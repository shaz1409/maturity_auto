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4235" r:id="rId2"/>
    <p:sldId id="4236" r:id="rId3"/>
    <p:sldId id="4237" r:id="rId4"/>
    <p:sldId id="4238" r:id="rId5"/>
    <p:sldId id="423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5CEC8C0-C03B-D597-66AE-A6E3BF3E7D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40350" y="0"/>
            <a:ext cx="6850058" cy="6857999"/>
          </a:xfrm>
          <a:prstGeom prst="rtTriangle">
            <a:avLst/>
          </a:prstGeom>
        </p:spPr>
        <p:txBody>
          <a:bodyPr anchor="ctr"/>
          <a:lstStyle>
            <a:lvl1pPr algn="l">
              <a:defRPr/>
            </a:lvl1pPr>
          </a:lstStyle>
          <a:p>
            <a:r>
              <a:rPr lang="en-GB"/>
              <a:t>Click icon to add picture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9DBF21-C7A5-F176-F320-38B9E7EA5EE6}"/>
              </a:ext>
            </a:extLst>
          </p:cNvPr>
          <p:cNvCxnSpPr/>
          <p:nvPr/>
        </p:nvCxnSpPr>
        <p:spPr>
          <a:xfrm>
            <a:off x="2614862" y="695657"/>
            <a:ext cx="0" cy="64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A795743-7A53-F5BF-0484-9487C644E682}"/>
              </a:ext>
            </a:extLst>
          </p:cNvPr>
          <p:cNvSpPr/>
          <p:nvPr/>
        </p:nvSpPr>
        <p:spPr>
          <a:xfrm rot="10800000">
            <a:off x="5340710" y="0"/>
            <a:ext cx="6850059" cy="6859229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506E5-E3F6-E9A9-5C85-0F0853139986}"/>
              </a:ext>
            </a:extLst>
          </p:cNvPr>
          <p:cNvSpPr/>
          <p:nvPr/>
        </p:nvSpPr>
        <p:spPr>
          <a:xfrm>
            <a:off x="0" y="1"/>
            <a:ext cx="5340711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EF712BE-07CF-274F-C092-0223CB1F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6" y="2039313"/>
            <a:ext cx="4391578" cy="2362267"/>
          </a:xfrm>
          <a:prstGeom prst="rect">
            <a:avLst/>
          </a:prstGeom>
        </p:spPr>
        <p:txBody>
          <a:bodyPr/>
          <a:lstStyle>
            <a:lvl1pPr>
              <a:defRPr sz="54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C70921A-C938-C714-E7CC-AB07DC64DF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4566" y="4566701"/>
            <a:ext cx="3095623" cy="552450"/>
          </a:xfrm>
          <a:prstGeom prst="rect">
            <a:avLst/>
          </a:prstGeom>
        </p:spPr>
        <p:txBody>
          <a:bodyPr lIns="0"/>
          <a:lstStyle>
            <a:lvl1pPr>
              <a:defRPr sz="2800" b="0" i="0">
                <a:solidFill>
                  <a:schemeClr val="bg1"/>
                </a:solidFill>
                <a:latin typeface="Avenir Light" panose="020B0402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E8C41C26-D8FD-B5A1-80B6-C4534EAFF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84" y="2883174"/>
            <a:ext cx="1732350" cy="67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65605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title, sentence case.</a:t>
            </a:r>
            <a:endParaRPr lang="en-GB" altLang="en-GB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358722"/>
            <a:ext cx="10764000" cy="4678306"/>
          </a:xfrm>
        </p:spPr>
        <p:txBody>
          <a:bodyPr/>
          <a:lstStyle>
            <a:lvl1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F852C5-87FB-2C9F-F8C2-5BE4FFFF2A8D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6F0E3F0-3300-0A64-13B8-0EE61D080C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46844" y="0"/>
            <a:ext cx="9545156" cy="6858000"/>
          </a:xfrm>
          <a:custGeom>
            <a:avLst/>
            <a:gdLst>
              <a:gd name="connsiteX0" fmla="*/ 8816286 w 9545156"/>
              <a:gd name="connsiteY0" fmla="*/ 6119706 h 6858000"/>
              <a:gd name="connsiteX1" fmla="*/ 8816286 w 9545156"/>
              <a:gd name="connsiteY1" fmla="*/ 6659706 h 6858000"/>
              <a:gd name="connsiteX2" fmla="*/ 8951286 w 9545156"/>
              <a:gd name="connsiteY2" fmla="*/ 6659706 h 6858000"/>
              <a:gd name="connsiteX3" fmla="*/ 8951286 w 9545156"/>
              <a:gd name="connsiteY3" fmla="*/ 6119706 h 6858000"/>
              <a:gd name="connsiteX4" fmla="*/ 9356286 w 9545156"/>
              <a:gd name="connsiteY4" fmla="*/ 6659706 h 6858000"/>
              <a:gd name="connsiteX5" fmla="*/ 9356286 w 9545156"/>
              <a:gd name="connsiteY5" fmla="*/ 6119706 h 6858000"/>
              <a:gd name="connsiteX6" fmla="*/ 8951286 w 9545156"/>
              <a:gd name="connsiteY6" fmla="*/ 6119706 h 6858000"/>
              <a:gd name="connsiteX7" fmla="*/ 0 w 9545156"/>
              <a:gd name="connsiteY7" fmla="*/ 0 h 6858000"/>
              <a:gd name="connsiteX8" fmla="*/ 9545156 w 9545156"/>
              <a:gd name="connsiteY8" fmla="*/ 0 h 6858000"/>
              <a:gd name="connsiteX9" fmla="*/ 9545156 w 9545156"/>
              <a:gd name="connsiteY9" fmla="*/ 6858000 h 6858000"/>
              <a:gd name="connsiteX10" fmla="*/ 6856650 w 9545156"/>
              <a:gd name="connsiteY10" fmla="*/ 68578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45156" h="6858000">
                <a:moveTo>
                  <a:pt x="8816286" y="6119706"/>
                </a:moveTo>
                <a:lnTo>
                  <a:pt x="8816286" y="6659706"/>
                </a:lnTo>
                <a:lnTo>
                  <a:pt x="8951286" y="6659706"/>
                </a:lnTo>
                <a:lnTo>
                  <a:pt x="8951286" y="6119706"/>
                </a:lnTo>
                <a:lnTo>
                  <a:pt x="9356286" y="6659706"/>
                </a:lnTo>
                <a:lnTo>
                  <a:pt x="9356286" y="6119706"/>
                </a:lnTo>
                <a:lnTo>
                  <a:pt x="8951286" y="6119706"/>
                </a:lnTo>
                <a:close/>
                <a:moveTo>
                  <a:pt x="0" y="0"/>
                </a:moveTo>
                <a:lnTo>
                  <a:pt x="9545156" y="0"/>
                </a:lnTo>
                <a:lnTo>
                  <a:pt x="9545156" y="6858000"/>
                </a:lnTo>
                <a:lnTo>
                  <a:pt x="6856650" y="68578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23785C-9310-22C9-E99D-B70CBB68A4CC}"/>
              </a:ext>
            </a:extLst>
          </p:cNvPr>
          <p:cNvSpPr/>
          <p:nvPr/>
        </p:nvSpPr>
        <p:spPr>
          <a:xfrm>
            <a:off x="0" y="1"/>
            <a:ext cx="9545155" cy="6857999"/>
          </a:xfrm>
          <a:custGeom>
            <a:avLst/>
            <a:gdLst>
              <a:gd name="connsiteX0" fmla="*/ 0 w 9545155"/>
              <a:gd name="connsiteY0" fmla="*/ 0 h 6857999"/>
              <a:gd name="connsiteX1" fmla="*/ 2646845 w 9545155"/>
              <a:gd name="connsiteY1" fmla="*/ 0 h 6857999"/>
              <a:gd name="connsiteX2" fmla="*/ 9503493 w 9545155"/>
              <a:gd name="connsiteY2" fmla="*/ 6857843 h 6857999"/>
              <a:gd name="connsiteX3" fmla="*/ 9545003 w 9545155"/>
              <a:gd name="connsiteY3" fmla="*/ 6857846 h 6857999"/>
              <a:gd name="connsiteX4" fmla="*/ 9545155 w 9545155"/>
              <a:gd name="connsiteY4" fmla="*/ 6857998 h 6857999"/>
              <a:gd name="connsiteX5" fmla="*/ 9545155 w 9545155"/>
              <a:gd name="connsiteY5" fmla="*/ 6857999 h 6857999"/>
              <a:gd name="connsiteX6" fmla="*/ 0 w 95451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5155" h="6857999">
                <a:moveTo>
                  <a:pt x="0" y="0"/>
                </a:moveTo>
                <a:lnTo>
                  <a:pt x="2646845" y="0"/>
                </a:lnTo>
                <a:lnTo>
                  <a:pt x="9503493" y="6857843"/>
                </a:lnTo>
                <a:lnTo>
                  <a:pt x="9545003" y="6857846"/>
                </a:lnTo>
                <a:lnTo>
                  <a:pt x="9545155" y="6857998"/>
                </a:lnTo>
                <a:lnTo>
                  <a:pt x="9545155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F3BFDA-365F-EF9E-0450-6E143096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86" y="3304233"/>
            <a:ext cx="4391578" cy="2362267"/>
          </a:xfrm>
          <a:prstGeom prst="rect">
            <a:avLst/>
          </a:prstGeom>
        </p:spPr>
        <p:txBody>
          <a:bodyPr lIns="0"/>
          <a:lstStyle>
            <a:lvl1pPr>
              <a:defRPr sz="54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E8728FE-AA54-ECB1-BEED-575317FDC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8886" y="5831621"/>
            <a:ext cx="4391578" cy="55245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venir Light" panose="020B0402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73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23785C-9310-22C9-E99D-B70CBB68A4CC}"/>
              </a:ext>
            </a:extLst>
          </p:cNvPr>
          <p:cNvSpPr/>
          <p:nvPr/>
        </p:nvSpPr>
        <p:spPr>
          <a:xfrm flipH="1">
            <a:off x="2646844" y="1"/>
            <a:ext cx="9545155" cy="6857999"/>
          </a:xfrm>
          <a:custGeom>
            <a:avLst/>
            <a:gdLst>
              <a:gd name="connsiteX0" fmla="*/ 0 w 9545155"/>
              <a:gd name="connsiteY0" fmla="*/ 0 h 6857999"/>
              <a:gd name="connsiteX1" fmla="*/ 2646845 w 9545155"/>
              <a:gd name="connsiteY1" fmla="*/ 0 h 6857999"/>
              <a:gd name="connsiteX2" fmla="*/ 9503493 w 9545155"/>
              <a:gd name="connsiteY2" fmla="*/ 6857843 h 6857999"/>
              <a:gd name="connsiteX3" fmla="*/ 9545003 w 9545155"/>
              <a:gd name="connsiteY3" fmla="*/ 6857846 h 6857999"/>
              <a:gd name="connsiteX4" fmla="*/ 9545155 w 9545155"/>
              <a:gd name="connsiteY4" fmla="*/ 6857998 h 6857999"/>
              <a:gd name="connsiteX5" fmla="*/ 9545155 w 9545155"/>
              <a:gd name="connsiteY5" fmla="*/ 6857999 h 6857999"/>
              <a:gd name="connsiteX6" fmla="*/ 0 w 95451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5155" h="6857999">
                <a:moveTo>
                  <a:pt x="0" y="0"/>
                </a:moveTo>
                <a:lnTo>
                  <a:pt x="2646845" y="0"/>
                </a:lnTo>
                <a:lnTo>
                  <a:pt x="9503493" y="6857843"/>
                </a:lnTo>
                <a:lnTo>
                  <a:pt x="9545003" y="6857846"/>
                </a:lnTo>
                <a:lnTo>
                  <a:pt x="9545155" y="6857998"/>
                </a:lnTo>
                <a:lnTo>
                  <a:pt x="9545155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F3BFDA-365F-EF9E-0450-6E143096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855" y="3304233"/>
            <a:ext cx="4391578" cy="2362267"/>
          </a:xfrm>
          <a:prstGeom prst="rect">
            <a:avLst/>
          </a:prstGeom>
        </p:spPr>
        <p:txBody>
          <a:bodyPr lIns="0"/>
          <a:lstStyle>
            <a:lvl1pPr algn="r">
              <a:defRPr sz="54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E8728FE-AA54-ECB1-BEED-575317FDC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42855" y="5831621"/>
            <a:ext cx="4391578" cy="552450"/>
          </a:xfrm>
          <a:prstGeom prst="rect">
            <a:avLst/>
          </a:prstGeom>
        </p:spPr>
        <p:txBody>
          <a:bodyPr lIns="0"/>
          <a:lstStyle>
            <a:lvl1pPr marL="0" indent="0" algn="r">
              <a:buNone/>
              <a:defRPr sz="2800" b="0" i="0">
                <a:solidFill>
                  <a:schemeClr val="bg1"/>
                </a:solidFill>
                <a:latin typeface="Avenir Light" panose="020B0402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218110B-D310-838C-703B-564DF34828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807575" cy="6858000"/>
          </a:xfrm>
          <a:custGeom>
            <a:avLst/>
            <a:gdLst>
              <a:gd name="connsiteX0" fmla="*/ 317567 w 9807575"/>
              <a:gd name="connsiteY0" fmla="*/ 6048001 h 6858000"/>
              <a:gd name="connsiteX1" fmla="*/ 317567 w 9807575"/>
              <a:gd name="connsiteY1" fmla="*/ 6588001 h 6858000"/>
              <a:gd name="connsiteX2" fmla="*/ 452567 w 9807575"/>
              <a:gd name="connsiteY2" fmla="*/ 6588001 h 6858000"/>
              <a:gd name="connsiteX3" fmla="*/ 452567 w 9807575"/>
              <a:gd name="connsiteY3" fmla="*/ 6048001 h 6858000"/>
              <a:gd name="connsiteX4" fmla="*/ 857567 w 9807575"/>
              <a:gd name="connsiteY4" fmla="*/ 6588001 h 6858000"/>
              <a:gd name="connsiteX5" fmla="*/ 857567 w 9807575"/>
              <a:gd name="connsiteY5" fmla="*/ 6048001 h 6858000"/>
              <a:gd name="connsiteX6" fmla="*/ 452567 w 9807575"/>
              <a:gd name="connsiteY6" fmla="*/ 6048001 h 6858000"/>
              <a:gd name="connsiteX7" fmla="*/ 0 w 9807575"/>
              <a:gd name="connsiteY7" fmla="*/ 0 h 6858000"/>
              <a:gd name="connsiteX8" fmla="*/ 9545154 w 9807575"/>
              <a:gd name="connsiteY8" fmla="*/ 0 h 6858000"/>
              <a:gd name="connsiteX9" fmla="*/ 2688507 w 9807575"/>
              <a:gd name="connsiteY9" fmla="*/ 6857842 h 6858000"/>
              <a:gd name="connsiteX10" fmla="*/ 2646997 w 9807575"/>
              <a:gd name="connsiteY10" fmla="*/ 6857845 h 6858000"/>
              <a:gd name="connsiteX11" fmla="*/ 2646845 w 9807575"/>
              <a:gd name="connsiteY11" fmla="*/ 6857997 h 6858000"/>
              <a:gd name="connsiteX12" fmla="*/ 2646845 w 9807575"/>
              <a:gd name="connsiteY12" fmla="*/ 6857998 h 6858000"/>
              <a:gd name="connsiteX13" fmla="*/ 9807575 w 9807575"/>
              <a:gd name="connsiteY13" fmla="*/ 6857998 h 6858000"/>
              <a:gd name="connsiteX14" fmla="*/ 9807575 w 9807575"/>
              <a:gd name="connsiteY14" fmla="*/ 6858000 h 6858000"/>
              <a:gd name="connsiteX15" fmla="*/ 0 w 98075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07575" h="6858000">
                <a:moveTo>
                  <a:pt x="317567" y="6048001"/>
                </a:moveTo>
                <a:lnTo>
                  <a:pt x="317567" y="6588001"/>
                </a:lnTo>
                <a:lnTo>
                  <a:pt x="452567" y="6588001"/>
                </a:lnTo>
                <a:lnTo>
                  <a:pt x="452567" y="6048001"/>
                </a:lnTo>
                <a:lnTo>
                  <a:pt x="857567" y="6588001"/>
                </a:lnTo>
                <a:lnTo>
                  <a:pt x="857567" y="6048001"/>
                </a:lnTo>
                <a:lnTo>
                  <a:pt x="452567" y="6048001"/>
                </a:lnTo>
                <a:close/>
                <a:moveTo>
                  <a:pt x="0" y="0"/>
                </a:moveTo>
                <a:lnTo>
                  <a:pt x="9545154" y="0"/>
                </a:lnTo>
                <a:lnTo>
                  <a:pt x="2688507" y="6857842"/>
                </a:lnTo>
                <a:lnTo>
                  <a:pt x="2646997" y="6857845"/>
                </a:lnTo>
                <a:lnTo>
                  <a:pt x="2646845" y="6857997"/>
                </a:lnTo>
                <a:lnTo>
                  <a:pt x="2646845" y="6857998"/>
                </a:lnTo>
                <a:lnTo>
                  <a:pt x="9807575" y="6857998"/>
                </a:lnTo>
                <a:lnTo>
                  <a:pt x="9807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7062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805B83-ADE2-9662-D4C3-44BD5A4A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46844" y="0"/>
            <a:ext cx="9545156" cy="6858000"/>
          </a:xfrm>
          <a:custGeom>
            <a:avLst/>
            <a:gdLst>
              <a:gd name="connsiteX0" fmla="*/ 8816286 w 9545156"/>
              <a:gd name="connsiteY0" fmla="*/ 6119706 h 6858000"/>
              <a:gd name="connsiteX1" fmla="*/ 8816286 w 9545156"/>
              <a:gd name="connsiteY1" fmla="*/ 6659706 h 6858000"/>
              <a:gd name="connsiteX2" fmla="*/ 8951286 w 9545156"/>
              <a:gd name="connsiteY2" fmla="*/ 6659706 h 6858000"/>
              <a:gd name="connsiteX3" fmla="*/ 8951286 w 9545156"/>
              <a:gd name="connsiteY3" fmla="*/ 6119706 h 6858000"/>
              <a:gd name="connsiteX4" fmla="*/ 9356286 w 9545156"/>
              <a:gd name="connsiteY4" fmla="*/ 6659706 h 6858000"/>
              <a:gd name="connsiteX5" fmla="*/ 9356286 w 9545156"/>
              <a:gd name="connsiteY5" fmla="*/ 6119706 h 6858000"/>
              <a:gd name="connsiteX6" fmla="*/ 8951286 w 9545156"/>
              <a:gd name="connsiteY6" fmla="*/ 6119706 h 6858000"/>
              <a:gd name="connsiteX7" fmla="*/ 0 w 9545156"/>
              <a:gd name="connsiteY7" fmla="*/ 0 h 6858000"/>
              <a:gd name="connsiteX8" fmla="*/ 9545156 w 9545156"/>
              <a:gd name="connsiteY8" fmla="*/ 0 h 6858000"/>
              <a:gd name="connsiteX9" fmla="*/ 9545156 w 9545156"/>
              <a:gd name="connsiteY9" fmla="*/ 6858000 h 6858000"/>
              <a:gd name="connsiteX10" fmla="*/ 6856650 w 9545156"/>
              <a:gd name="connsiteY10" fmla="*/ 68578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45156" h="6858000">
                <a:moveTo>
                  <a:pt x="8816286" y="6119706"/>
                </a:moveTo>
                <a:lnTo>
                  <a:pt x="8816286" y="6659706"/>
                </a:lnTo>
                <a:lnTo>
                  <a:pt x="8951286" y="6659706"/>
                </a:lnTo>
                <a:lnTo>
                  <a:pt x="8951286" y="6119706"/>
                </a:lnTo>
                <a:lnTo>
                  <a:pt x="9356286" y="6659706"/>
                </a:lnTo>
                <a:lnTo>
                  <a:pt x="9356286" y="6119706"/>
                </a:lnTo>
                <a:lnTo>
                  <a:pt x="8951286" y="6119706"/>
                </a:lnTo>
                <a:close/>
                <a:moveTo>
                  <a:pt x="0" y="0"/>
                </a:moveTo>
                <a:lnTo>
                  <a:pt x="9545156" y="0"/>
                </a:lnTo>
                <a:lnTo>
                  <a:pt x="9545156" y="6858000"/>
                </a:lnTo>
                <a:lnTo>
                  <a:pt x="6856650" y="68578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3605E6F-1064-1CF7-6E9D-371EF4F4E35C}"/>
              </a:ext>
            </a:extLst>
          </p:cNvPr>
          <p:cNvSpPr/>
          <p:nvPr/>
        </p:nvSpPr>
        <p:spPr>
          <a:xfrm>
            <a:off x="1" y="1"/>
            <a:ext cx="9491730" cy="6857999"/>
          </a:xfrm>
          <a:custGeom>
            <a:avLst/>
            <a:gdLst>
              <a:gd name="connsiteX0" fmla="*/ 0 w 9491730"/>
              <a:gd name="connsiteY0" fmla="*/ 0 h 6857999"/>
              <a:gd name="connsiteX1" fmla="*/ 2646843 w 9491730"/>
              <a:gd name="connsiteY1" fmla="*/ 0 h 6857999"/>
              <a:gd name="connsiteX2" fmla="*/ 7532137 w 9491730"/>
              <a:gd name="connsiteY2" fmla="*/ 4886146 h 6857999"/>
              <a:gd name="connsiteX3" fmla="*/ 9491730 w 9491730"/>
              <a:gd name="connsiteY3" fmla="*/ 6857998 h 6857999"/>
              <a:gd name="connsiteX4" fmla="*/ 9491730 w 9491730"/>
              <a:gd name="connsiteY4" fmla="*/ 6857999 h 6857999"/>
              <a:gd name="connsiteX5" fmla="*/ 0 w 9491730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91730" h="6857999">
                <a:moveTo>
                  <a:pt x="0" y="0"/>
                </a:moveTo>
                <a:lnTo>
                  <a:pt x="2646843" y="0"/>
                </a:lnTo>
                <a:lnTo>
                  <a:pt x="7532137" y="4886146"/>
                </a:lnTo>
                <a:lnTo>
                  <a:pt x="9491730" y="6857998"/>
                </a:lnTo>
                <a:lnTo>
                  <a:pt x="949173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F3BFDA-365F-EF9E-0450-6E143096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86" y="3304233"/>
            <a:ext cx="4391578" cy="2362267"/>
          </a:xfrm>
          <a:prstGeom prst="rect">
            <a:avLst/>
          </a:prstGeom>
        </p:spPr>
        <p:txBody>
          <a:bodyPr lIns="0"/>
          <a:lstStyle>
            <a:lvl1pPr>
              <a:defRPr sz="5400" b="1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E8728FE-AA54-ECB1-BEED-575317FDC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8886" y="5831621"/>
            <a:ext cx="4391578" cy="55245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Avenir Light" panose="020B0402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3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2B4AD0E-F761-5FA9-A7D1-650D3317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93" y="1"/>
            <a:ext cx="10315607" cy="685799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23785C-9310-22C9-E99D-B70CBB68A4CC}"/>
              </a:ext>
            </a:extLst>
          </p:cNvPr>
          <p:cNvSpPr/>
          <p:nvPr/>
        </p:nvSpPr>
        <p:spPr>
          <a:xfrm>
            <a:off x="0" y="1"/>
            <a:ext cx="9545155" cy="6857999"/>
          </a:xfrm>
          <a:custGeom>
            <a:avLst/>
            <a:gdLst>
              <a:gd name="connsiteX0" fmla="*/ 0 w 9545155"/>
              <a:gd name="connsiteY0" fmla="*/ 0 h 6857999"/>
              <a:gd name="connsiteX1" fmla="*/ 2646845 w 9545155"/>
              <a:gd name="connsiteY1" fmla="*/ 0 h 6857999"/>
              <a:gd name="connsiteX2" fmla="*/ 9503493 w 9545155"/>
              <a:gd name="connsiteY2" fmla="*/ 6857843 h 6857999"/>
              <a:gd name="connsiteX3" fmla="*/ 9545003 w 9545155"/>
              <a:gd name="connsiteY3" fmla="*/ 6857846 h 6857999"/>
              <a:gd name="connsiteX4" fmla="*/ 9545155 w 9545155"/>
              <a:gd name="connsiteY4" fmla="*/ 6857998 h 6857999"/>
              <a:gd name="connsiteX5" fmla="*/ 9545155 w 9545155"/>
              <a:gd name="connsiteY5" fmla="*/ 6857999 h 6857999"/>
              <a:gd name="connsiteX6" fmla="*/ 0 w 95451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45155" h="6857999">
                <a:moveTo>
                  <a:pt x="0" y="0"/>
                </a:moveTo>
                <a:lnTo>
                  <a:pt x="2646845" y="0"/>
                </a:lnTo>
                <a:lnTo>
                  <a:pt x="9503493" y="6857843"/>
                </a:lnTo>
                <a:lnTo>
                  <a:pt x="9545003" y="6857846"/>
                </a:lnTo>
                <a:lnTo>
                  <a:pt x="9545155" y="6857998"/>
                </a:lnTo>
                <a:lnTo>
                  <a:pt x="9545155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F3BFDA-365F-EF9E-0450-6E143096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86" y="3304233"/>
            <a:ext cx="4391578" cy="2362267"/>
          </a:xfrm>
          <a:prstGeom prst="rect">
            <a:avLst/>
          </a:prstGeom>
        </p:spPr>
        <p:txBody>
          <a:bodyPr lIns="0"/>
          <a:lstStyle>
            <a:lvl1pPr>
              <a:defRPr sz="54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E8728FE-AA54-ECB1-BEED-575317FDC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8886" y="5831621"/>
            <a:ext cx="4391578" cy="55245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venir Light" panose="020B0402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>
              <a:defRPr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5" name="Picture 14" descr="A black triangle on a white background&#10;&#10;Description automatically generated">
            <a:extLst>
              <a:ext uri="{FF2B5EF4-FFF2-40B4-BE49-F238E27FC236}">
                <a16:creationId xmlns:a16="http://schemas.microsoft.com/office/drawing/2014/main" id="{C9BF3689-D095-B279-2219-29A15F02F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90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2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76400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title, sentence case.</a:t>
            </a:r>
            <a:endParaRPr lang="en-GB" altLang="en-GB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643932"/>
            <a:ext cx="10764000" cy="4393095"/>
          </a:xfrm>
        </p:spPr>
        <p:txBody>
          <a:bodyPr/>
          <a:lstStyle>
            <a:lvl1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9A366C-DC79-22E9-4AF0-53C14A1BB1F7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772C84D-259E-BD52-6C1A-4918FF0D9F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4420" y="1043288"/>
            <a:ext cx="10764000" cy="468313"/>
          </a:xfrm>
        </p:spPr>
        <p:txBody>
          <a:bodyPr lIns="0" anchor="ctr">
            <a:noAutofit/>
          </a:bodyPr>
          <a:lstStyle>
            <a:lvl1pPr marL="0" indent="0" algn="l">
              <a:buNone/>
              <a:defRPr sz="2800" b="0" spc="-80" baseline="0">
                <a:solidFill>
                  <a:schemeClr val="tx1"/>
                </a:solidFill>
                <a:uFillTx/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>
                <a:uFillTx/>
              </a:rPr>
              <a:t>And the subtitle summarizes the key takeaway – the TLDR</a:t>
            </a:r>
          </a:p>
        </p:txBody>
      </p:sp>
    </p:spTree>
    <p:extLst>
      <p:ext uri="{BB962C8B-B14F-4D97-AF65-F5344CB8AC3E}">
        <p14:creationId xmlns:p14="http://schemas.microsoft.com/office/powerpoint/2010/main" val="56360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76400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title, sentence case.</a:t>
            </a:r>
            <a:endParaRPr lang="en-GB" altLang="en-GB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358722"/>
            <a:ext cx="10764000" cy="4678306"/>
          </a:xfrm>
        </p:spPr>
        <p:txBody>
          <a:bodyPr/>
          <a:lstStyle>
            <a:lvl1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pic>
        <p:nvPicPr>
          <p:cNvPr id="9" name="Picture 8" descr="A black triangle on a white background&#10;&#10;Description automatically generated">
            <a:extLst>
              <a:ext uri="{FF2B5EF4-FFF2-40B4-BE49-F238E27FC236}">
                <a16:creationId xmlns:a16="http://schemas.microsoft.com/office/drawing/2014/main" id="{9E815752-857A-6465-7672-717032C51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908" cy="54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1916F0-4A5D-DE16-F6D2-CC17732837D4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471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76400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title, sentence case.</a:t>
            </a:r>
            <a:endParaRPr lang="en-GB" altLang="en-GB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643932"/>
            <a:ext cx="10764000" cy="4393095"/>
          </a:xfrm>
        </p:spPr>
        <p:txBody>
          <a:bodyPr/>
          <a:lstStyle>
            <a:lvl1pPr>
              <a:buClrTx/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Tx/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Tx/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Tx/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Tx/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pic>
        <p:nvPicPr>
          <p:cNvPr id="7" name="Picture 6" descr="A black triangle on a white background&#10;&#10;Description automatically generated">
            <a:extLst>
              <a:ext uri="{FF2B5EF4-FFF2-40B4-BE49-F238E27FC236}">
                <a16:creationId xmlns:a16="http://schemas.microsoft.com/office/drawing/2014/main" id="{284D2234-FE32-76AF-616E-B86032107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908" cy="54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EAAEEB-809F-40E4-F431-DA7CB4026CA0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55BE4CC-FE8B-242C-DC1A-5B229C15BA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4420" y="1043288"/>
            <a:ext cx="10764000" cy="468313"/>
          </a:xfrm>
        </p:spPr>
        <p:txBody>
          <a:bodyPr lIns="0" anchor="ctr">
            <a:noAutofit/>
          </a:bodyPr>
          <a:lstStyle>
            <a:lvl1pPr marL="0" indent="0" algn="l">
              <a:buNone/>
              <a:defRPr sz="2800" b="0" spc="-80" baseline="0">
                <a:solidFill>
                  <a:schemeClr val="tx1"/>
                </a:solidFill>
                <a:uFillTx/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>
                <a:uFillTx/>
              </a:rPr>
              <a:t>And the subtitle summarizes the key takeaway – the TLDR</a:t>
            </a:r>
          </a:p>
        </p:txBody>
      </p:sp>
    </p:spTree>
    <p:extLst>
      <p:ext uri="{BB962C8B-B14F-4D97-AF65-F5344CB8AC3E}">
        <p14:creationId xmlns:p14="http://schemas.microsoft.com/office/powerpoint/2010/main" val="3834339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D97EBF-49F7-AB04-212C-1FEC4B66F65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793D35-993F-B64F-DEA4-BF0BBF681F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4858572" cy="697324"/>
          </a:xfrm>
          <a:prstGeom prst="rect">
            <a:avLst/>
          </a:prstGeom>
        </p:spPr>
        <p:txBody>
          <a:bodyPr numCol="1" anchor="b"/>
          <a:lstStyle>
            <a:lvl1pPr>
              <a:defRPr sz="4400" b="0">
                <a:solidFill>
                  <a:schemeClr val="bg1"/>
                </a:solidFill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title.</a:t>
            </a:r>
            <a:endParaRPr lang="en-GB" altLang="en-GB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9485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44C412-F5D4-26B1-3D35-733F0D44230D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793D35-993F-B64F-DEA4-BF0BBF681F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000" y="161597"/>
            <a:ext cx="3270011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solidFill>
                  <a:schemeClr val="bg1"/>
                </a:solidFill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Short title</a:t>
            </a:r>
            <a:endParaRPr lang="en-GB" altLang="en-GB">
              <a:uFillTx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68AA9-01D6-8818-95E2-FC263609FCB1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25C11B-092E-2E9F-5186-AED6C2A5BFF3}"/>
              </a:ext>
            </a:extLst>
          </p:cNvPr>
          <p:cNvSpPr/>
          <p:nvPr/>
        </p:nvSpPr>
        <p:spPr>
          <a:xfrm>
            <a:off x="716000" y="890144"/>
            <a:ext cx="3348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562B1F7-DF8E-DC27-BF77-06E1AA13C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6245" y="168358"/>
            <a:ext cx="7783513" cy="690563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altLang="en-GB" sz="4400" b="0" kern="0" spc="-100" baseline="0" dirty="0">
                <a:solidFill>
                  <a:schemeClr val="tx1"/>
                </a:solidFill>
                <a:uFillTx/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Detailed subtitle – same size</a:t>
            </a:r>
          </a:p>
        </p:txBody>
      </p:sp>
    </p:spTree>
    <p:extLst>
      <p:ext uri="{BB962C8B-B14F-4D97-AF65-F5344CB8AC3E}">
        <p14:creationId xmlns:p14="http://schemas.microsoft.com/office/powerpoint/2010/main" val="1734918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5C1DD-6454-0C55-16BB-3CB044E210A0}"/>
              </a:ext>
            </a:extLst>
          </p:cNvPr>
          <p:cNvSpPr/>
          <p:nvPr/>
        </p:nvSpPr>
        <p:spPr>
          <a:xfrm>
            <a:off x="5264088" y="0"/>
            <a:ext cx="6927912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B81B6904-CABC-9C18-F49B-7F818EE59A3D}"/>
              </a:ext>
            </a:extLst>
          </p:cNvPr>
          <p:cNvSpPr/>
          <p:nvPr/>
        </p:nvSpPr>
        <p:spPr>
          <a:xfrm flipH="1">
            <a:off x="5278582" y="0"/>
            <a:ext cx="6913418" cy="6858000"/>
          </a:xfrm>
          <a:prstGeom prst="rtTriangle">
            <a:avLst/>
          </a:prstGeom>
          <a:solidFill>
            <a:schemeClr val="accent5">
              <a:lumMod val="40000"/>
              <a:lumOff val="60000"/>
              <a:alpha val="84314"/>
            </a:schemeClr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B557E-1A18-7125-ADD6-16987BDD87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E39D307-803A-9674-CFED-EB378B6030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44785" y="579437"/>
            <a:ext cx="5221198" cy="527707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B2E156-5247-4B65-419D-F8CAA558A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9" y="579436"/>
            <a:ext cx="4284662" cy="5277077"/>
          </a:xfrm>
        </p:spPr>
        <p:txBody>
          <a:bodyPr>
            <a:noAutofit/>
          </a:bodyPr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/>
            </a:pPr>
            <a:r>
              <a:rPr lang="en-US"/>
              <a:t>Punchy list of items</a:t>
            </a:r>
          </a:p>
          <a:p>
            <a:pPr lvl="0"/>
            <a:endParaRPr lang="en-GB"/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A91D1-200B-005B-3D17-9481CFF1B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24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B557E-1A18-7125-ADD6-16987BDD87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35C1DD-6454-0C55-16BB-3CB044E210A0}"/>
              </a:ext>
            </a:extLst>
          </p:cNvPr>
          <p:cNvSpPr/>
          <p:nvPr/>
        </p:nvSpPr>
        <p:spPr>
          <a:xfrm>
            <a:off x="5264088" y="0"/>
            <a:ext cx="6927912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B81B6904-CABC-9C18-F49B-7F818EE59A3D}"/>
              </a:ext>
            </a:extLst>
          </p:cNvPr>
          <p:cNvSpPr/>
          <p:nvPr/>
        </p:nvSpPr>
        <p:spPr>
          <a:xfrm flipH="1">
            <a:off x="5278582" y="0"/>
            <a:ext cx="6913418" cy="6858000"/>
          </a:xfrm>
          <a:prstGeom prst="rtTriangle">
            <a:avLst/>
          </a:prstGeom>
          <a:solidFill>
            <a:schemeClr val="accent3">
              <a:lumMod val="40000"/>
              <a:lumOff val="60000"/>
              <a:alpha val="84314"/>
            </a:schemeClr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E39D307-803A-9674-CFED-EB378B6030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44785" y="579437"/>
            <a:ext cx="5221198" cy="527707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B2E156-5247-4B65-419D-F8CAA558A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9" y="579436"/>
            <a:ext cx="4284662" cy="5277077"/>
          </a:xfrm>
        </p:spPr>
        <p:txBody>
          <a:bodyPr>
            <a:noAutofit/>
          </a:bodyPr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/>
            </a:pPr>
            <a:r>
              <a:rPr lang="en-US"/>
              <a:t>Punchy list of items</a:t>
            </a:r>
          </a:p>
          <a:p>
            <a:pPr lvl="0"/>
            <a:endParaRPr lang="en-GB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34FA7-96DA-6D09-B545-F0AA833F8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30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D97EBF-49F7-AB04-212C-1FEC4B66F65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793D35-993F-B64F-DEA4-BF0BBF681F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4858572" cy="697324"/>
          </a:xfrm>
          <a:prstGeom prst="rect">
            <a:avLst/>
          </a:prstGeom>
        </p:spPr>
        <p:txBody>
          <a:bodyPr numCol="1" anchor="b"/>
          <a:lstStyle>
            <a:lvl1pPr>
              <a:defRPr sz="4400" b="0">
                <a:solidFill>
                  <a:schemeClr val="tx2"/>
                </a:solidFill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title.</a:t>
            </a:r>
            <a:endParaRPr lang="en-GB" altLang="en-GB">
              <a:uFillTx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3E49-2D28-A017-AB15-E09DAA7395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" y="1228725"/>
            <a:ext cx="4858572" cy="49244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6C34A6-A33A-5ECA-DB64-AEF50CB2CD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9528" y="1228725"/>
            <a:ext cx="4858572" cy="49244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127CC0-04E7-0A83-6943-57491534C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60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D97EBF-49F7-AB04-212C-1FEC4B66F65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793D35-993F-B64F-DEA4-BF0BBF681F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4858572" cy="697324"/>
          </a:xfrm>
          <a:prstGeom prst="rect">
            <a:avLst/>
          </a:prstGeom>
        </p:spPr>
        <p:txBody>
          <a:bodyPr numCol="1" anchor="b"/>
          <a:lstStyle>
            <a:lvl1pPr>
              <a:defRPr sz="4400" b="0">
                <a:solidFill>
                  <a:schemeClr val="tx2"/>
                </a:solidFill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title.</a:t>
            </a:r>
            <a:endParaRPr lang="en-GB" altLang="en-GB">
              <a:uFillTx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3E49-2D28-A017-AB15-E09DAA7395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" y="1228725"/>
            <a:ext cx="4858572" cy="49244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6C34A6-A33A-5ECA-DB64-AEF50CB2CD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9528" y="1228725"/>
            <a:ext cx="4858572" cy="49244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2B07DA-8E5D-7B9B-0715-BCC55A840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0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CA3FDF-7F04-AB30-B55B-EB87D39A03E2}"/>
              </a:ext>
            </a:extLst>
          </p:cNvPr>
          <p:cNvGrpSpPr/>
          <p:nvPr/>
        </p:nvGrpSpPr>
        <p:grpSpPr>
          <a:xfrm>
            <a:off x="6008184" y="776679"/>
            <a:ext cx="5382176" cy="5304641"/>
            <a:chOff x="6008184" y="967153"/>
            <a:chExt cx="4368800" cy="43058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E46A18-2BFB-F60A-110A-4DAFA2EDD6F7}"/>
                </a:ext>
              </a:extLst>
            </p:cNvPr>
            <p:cNvSpPr/>
            <p:nvPr/>
          </p:nvSpPr>
          <p:spPr>
            <a:xfrm>
              <a:off x="6008184" y="967153"/>
              <a:ext cx="1981200" cy="19162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E0D253-0679-90E0-0EA5-085A4DE3502E}"/>
                </a:ext>
              </a:extLst>
            </p:cNvPr>
            <p:cNvSpPr/>
            <p:nvPr/>
          </p:nvSpPr>
          <p:spPr>
            <a:xfrm>
              <a:off x="8395784" y="967153"/>
              <a:ext cx="1981200" cy="191624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72E79D-E533-3B9B-043D-9F6DDE618055}"/>
                </a:ext>
              </a:extLst>
            </p:cNvPr>
            <p:cNvSpPr/>
            <p:nvPr/>
          </p:nvSpPr>
          <p:spPr>
            <a:xfrm>
              <a:off x="6008184" y="3329420"/>
              <a:ext cx="1981200" cy="19162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475F0874-A4C5-CAD8-C6A0-390E1E9AC130}"/>
                </a:ext>
              </a:extLst>
            </p:cNvPr>
            <p:cNvSpPr/>
            <p:nvPr/>
          </p:nvSpPr>
          <p:spPr>
            <a:xfrm rot="5400000">
              <a:off x="8395784" y="3324294"/>
              <a:ext cx="1981200" cy="1916243"/>
            </a:xfrm>
            <a:prstGeom prst="rtTriangl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8121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FF7FF0-6A09-901D-D1D9-0550F051048F}"/>
              </a:ext>
            </a:extLst>
          </p:cNvPr>
          <p:cNvGrpSpPr/>
          <p:nvPr/>
        </p:nvGrpSpPr>
        <p:grpSpPr>
          <a:xfrm>
            <a:off x="5739512" y="383020"/>
            <a:ext cx="5964338" cy="5892800"/>
            <a:chOff x="3261736" y="-2895600"/>
            <a:chExt cx="9872007" cy="9753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B52831-9EF2-E8D5-5F53-2BFF501CA3DD}"/>
                </a:ext>
              </a:extLst>
            </p:cNvPr>
            <p:cNvGrpSpPr/>
            <p:nvPr/>
          </p:nvGrpSpPr>
          <p:grpSpPr>
            <a:xfrm>
              <a:off x="3261736" y="4838700"/>
              <a:ext cx="2019300" cy="2019300"/>
              <a:chOff x="5451376" y="4418054"/>
              <a:chExt cx="2019300" cy="20193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1F2CAF0-4E77-55F5-FC61-A8CA37CD3A9F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6FBD53BB-34DD-A7FC-5A64-81137A2F5A09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89AD540-BD5C-09F8-2BF6-A52DBDBAD8E5}"/>
                </a:ext>
              </a:extLst>
            </p:cNvPr>
            <p:cNvGrpSpPr/>
            <p:nvPr/>
          </p:nvGrpSpPr>
          <p:grpSpPr>
            <a:xfrm>
              <a:off x="5036810" y="1923569"/>
              <a:ext cx="3210024" cy="3210024"/>
              <a:chOff x="5451376" y="4418054"/>
              <a:chExt cx="2019300" cy="20193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5026532-724B-A40F-D160-BE08163729D6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6" name="Right Triangle 15">
                <a:extLst>
                  <a:ext uri="{FF2B5EF4-FFF2-40B4-BE49-F238E27FC236}">
                    <a16:creationId xmlns:a16="http://schemas.microsoft.com/office/drawing/2014/main" id="{08E00991-1F73-C164-E395-B9E3E030A6CB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0E7080-BC25-3C66-5D31-68CFB97FEFF9}"/>
                </a:ext>
              </a:extLst>
            </p:cNvPr>
            <p:cNvGrpSpPr/>
            <p:nvPr/>
          </p:nvGrpSpPr>
          <p:grpSpPr>
            <a:xfrm>
              <a:off x="7804365" y="-2895600"/>
              <a:ext cx="5329378" cy="5329378"/>
              <a:chOff x="5451376" y="4418054"/>
              <a:chExt cx="2019300" cy="20193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AEF3CD8-3566-AC54-B297-7CD00F2016AA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4" name="Right Triangle 13">
                <a:extLst>
                  <a:ext uri="{FF2B5EF4-FFF2-40B4-BE49-F238E27FC236}">
                    <a16:creationId xmlns:a16="http://schemas.microsoft.com/office/drawing/2014/main" id="{67F32DD4-1A03-057B-BBB5-C6711AE0C47D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5666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CA3FDF-7F04-AB30-B55B-EB87D39A03E2}"/>
              </a:ext>
            </a:extLst>
          </p:cNvPr>
          <p:cNvGrpSpPr/>
          <p:nvPr/>
        </p:nvGrpSpPr>
        <p:grpSpPr>
          <a:xfrm>
            <a:off x="6008184" y="776679"/>
            <a:ext cx="5382176" cy="5304641"/>
            <a:chOff x="6008184" y="967153"/>
            <a:chExt cx="4368800" cy="43058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E46A18-2BFB-F60A-110A-4DAFA2EDD6F7}"/>
                </a:ext>
              </a:extLst>
            </p:cNvPr>
            <p:cNvSpPr/>
            <p:nvPr/>
          </p:nvSpPr>
          <p:spPr>
            <a:xfrm>
              <a:off x="6008184" y="967153"/>
              <a:ext cx="1981200" cy="19162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E0D253-0679-90E0-0EA5-085A4DE3502E}"/>
                </a:ext>
              </a:extLst>
            </p:cNvPr>
            <p:cNvSpPr/>
            <p:nvPr/>
          </p:nvSpPr>
          <p:spPr>
            <a:xfrm>
              <a:off x="8395784" y="967153"/>
              <a:ext cx="1981200" cy="191624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72E79D-E533-3B9B-043D-9F6DDE618055}"/>
                </a:ext>
              </a:extLst>
            </p:cNvPr>
            <p:cNvSpPr/>
            <p:nvPr/>
          </p:nvSpPr>
          <p:spPr>
            <a:xfrm>
              <a:off x="6008184" y="3329420"/>
              <a:ext cx="1981200" cy="191624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475F0874-A4C5-CAD8-C6A0-390E1E9AC130}"/>
                </a:ext>
              </a:extLst>
            </p:cNvPr>
            <p:cNvSpPr/>
            <p:nvPr/>
          </p:nvSpPr>
          <p:spPr>
            <a:xfrm rot="5400000">
              <a:off x="8395784" y="3324294"/>
              <a:ext cx="1981200" cy="1916243"/>
            </a:xfrm>
            <a:prstGeom prst="rtTriangl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4335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FF7FF0-6A09-901D-D1D9-0550F051048F}"/>
              </a:ext>
            </a:extLst>
          </p:cNvPr>
          <p:cNvGrpSpPr/>
          <p:nvPr/>
        </p:nvGrpSpPr>
        <p:grpSpPr>
          <a:xfrm>
            <a:off x="5739512" y="383020"/>
            <a:ext cx="5964338" cy="5892800"/>
            <a:chOff x="3261736" y="-2895600"/>
            <a:chExt cx="9872007" cy="9753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B52831-9EF2-E8D5-5F53-2BFF501CA3DD}"/>
                </a:ext>
              </a:extLst>
            </p:cNvPr>
            <p:cNvGrpSpPr/>
            <p:nvPr/>
          </p:nvGrpSpPr>
          <p:grpSpPr>
            <a:xfrm>
              <a:off x="3261736" y="4838700"/>
              <a:ext cx="2019300" cy="2019300"/>
              <a:chOff x="5451376" y="4418054"/>
              <a:chExt cx="2019300" cy="20193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1F2CAF0-4E77-55F5-FC61-A8CA37CD3A9F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6FBD53BB-34DD-A7FC-5A64-81137A2F5A09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89AD540-BD5C-09F8-2BF6-A52DBDBAD8E5}"/>
                </a:ext>
              </a:extLst>
            </p:cNvPr>
            <p:cNvGrpSpPr/>
            <p:nvPr/>
          </p:nvGrpSpPr>
          <p:grpSpPr>
            <a:xfrm>
              <a:off x="5036810" y="1923569"/>
              <a:ext cx="3210024" cy="3210024"/>
              <a:chOff x="5451376" y="4418054"/>
              <a:chExt cx="2019300" cy="20193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5026532-724B-A40F-D160-BE08163729D6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6" name="Right Triangle 15">
                <a:extLst>
                  <a:ext uri="{FF2B5EF4-FFF2-40B4-BE49-F238E27FC236}">
                    <a16:creationId xmlns:a16="http://schemas.microsoft.com/office/drawing/2014/main" id="{08E00991-1F73-C164-E395-B9E3E030A6CB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0E7080-BC25-3C66-5D31-68CFB97FEFF9}"/>
                </a:ext>
              </a:extLst>
            </p:cNvPr>
            <p:cNvGrpSpPr/>
            <p:nvPr/>
          </p:nvGrpSpPr>
          <p:grpSpPr>
            <a:xfrm>
              <a:off x="7804365" y="-2895600"/>
              <a:ext cx="5329378" cy="5329378"/>
              <a:chOff x="5451376" y="4418054"/>
              <a:chExt cx="2019300" cy="20193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AEF3CD8-3566-AC54-B297-7CD00F2016AA}"/>
                  </a:ext>
                </a:extLst>
              </p:cNvPr>
              <p:cNvSpPr/>
              <p:nvPr/>
            </p:nvSpPr>
            <p:spPr>
              <a:xfrm>
                <a:off x="5774877" y="4799054"/>
                <a:ext cx="1372297" cy="125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14" name="Right Triangle 13">
                <a:extLst>
                  <a:ext uri="{FF2B5EF4-FFF2-40B4-BE49-F238E27FC236}">
                    <a16:creationId xmlns:a16="http://schemas.microsoft.com/office/drawing/2014/main" id="{67F32DD4-1A03-057B-BBB5-C6711AE0C47D}"/>
                  </a:ext>
                </a:extLst>
              </p:cNvPr>
              <p:cNvSpPr/>
              <p:nvPr/>
            </p:nvSpPr>
            <p:spPr>
              <a:xfrm>
                <a:off x="5451376" y="4418054"/>
                <a:ext cx="2019300" cy="2019300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6056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5C15-6288-5927-C845-A99595710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158" y="2345960"/>
            <a:ext cx="8909685" cy="21660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A big statement</a:t>
            </a:r>
            <a:endParaRPr lang="en-GB"/>
          </a:p>
        </p:txBody>
      </p:sp>
      <p:pic>
        <p:nvPicPr>
          <p:cNvPr id="46" name="Picture 45" descr="A black triangle on a white background&#10;&#10;Description automatically generated">
            <a:extLst>
              <a:ext uri="{FF2B5EF4-FFF2-40B4-BE49-F238E27FC236}">
                <a16:creationId xmlns:a16="http://schemas.microsoft.com/office/drawing/2014/main" id="{2B03DEC4-5D99-5CCA-3B23-FD15340FC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90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77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5C15-6288-5927-C845-A99595710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158" y="2345960"/>
            <a:ext cx="8909685" cy="2166079"/>
          </a:xfr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A statement quote</a:t>
            </a:r>
            <a:endParaRPr lang="en-GB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E80FB7-E191-A076-0FB8-217D6C548E41}"/>
              </a:ext>
            </a:extLst>
          </p:cNvPr>
          <p:cNvGrpSpPr/>
          <p:nvPr/>
        </p:nvGrpSpPr>
        <p:grpSpPr>
          <a:xfrm>
            <a:off x="1732066" y="2097967"/>
            <a:ext cx="555728" cy="492432"/>
            <a:chOff x="3406672" y="3355870"/>
            <a:chExt cx="619228" cy="54869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0861AEF-A346-D683-6FFF-B23F6448C9A8}"/>
                </a:ext>
              </a:extLst>
            </p:cNvPr>
            <p:cNvGrpSpPr/>
            <p:nvPr/>
          </p:nvGrpSpPr>
          <p:grpSpPr>
            <a:xfrm>
              <a:off x="3406672" y="3355870"/>
              <a:ext cx="276328" cy="548699"/>
              <a:chOff x="3254271" y="1882669"/>
              <a:chExt cx="494769" cy="982451"/>
            </a:xfrm>
          </p:grpSpPr>
          <p:sp>
            <p:nvSpPr>
              <p:cNvPr id="37" name="Right Triangle 36">
                <a:extLst>
                  <a:ext uri="{FF2B5EF4-FFF2-40B4-BE49-F238E27FC236}">
                    <a16:creationId xmlns:a16="http://schemas.microsoft.com/office/drawing/2014/main" id="{B506F85C-2015-ED59-2B99-E521C5E93AB2}"/>
                  </a:ext>
                </a:extLst>
              </p:cNvPr>
              <p:cNvSpPr/>
              <p:nvPr/>
            </p:nvSpPr>
            <p:spPr>
              <a:xfrm>
                <a:off x="3254271" y="1882669"/>
                <a:ext cx="487680" cy="487681"/>
              </a:xfrm>
              <a:prstGeom prst="rtTriangl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38" name="Right Triangle 37">
                <a:extLst>
                  <a:ext uri="{FF2B5EF4-FFF2-40B4-BE49-F238E27FC236}">
                    <a16:creationId xmlns:a16="http://schemas.microsoft.com/office/drawing/2014/main" id="{98C9C554-863F-3E13-1BFD-D97F9DA619F8}"/>
                  </a:ext>
                </a:extLst>
              </p:cNvPr>
              <p:cNvSpPr/>
              <p:nvPr/>
            </p:nvSpPr>
            <p:spPr>
              <a:xfrm rot="10800000">
                <a:off x="3261360" y="2377440"/>
                <a:ext cx="487680" cy="487680"/>
              </a:xfrm>
              <a:prstGeom prst="rt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19FBBD-CEA7-17DF-7348-49D8FF2EE273}"/>
                </a:ext>
              </a:extLst>
            </p:cNvPr>
            <p:cNvGrpSpPr/>
            <p:nvPr/>
          </p:nvGrpSpPr>
          <p:grpSpPr>
            <a:xfrm>
              <a:off x="3749572" y="3355871"/>
              <a:ext cx="276328" cy="548696"/>
              <a:chOff x="3254271" y="1882673"/>
              <a:chExt cx="494769" cy="982447"/>
            </a:xfrm>
          </p:grpSpPr>
          <p:sp>
            <p:nvSpPr>
              <p:cNvPr id="35" name="Right Triangle 34">
                <a:extLst>
                  <a:ext uri="{FF2B5EF4-FFF2-40B4-BE49-F238E27FC236}">
                    <a16:creationId xmlns:a16="http://schemas.microsoft.com/office/drawing/2014/main" id="{1381F1BF-081C-6756-9AA7-501B6DAB3E21}"/>
                  </a:ext>
                </a:extLst>
              </p:cNvPr>
              <p:cNvSpPr/>
              <p:nvPr/>
            </p:nvSpPr>
            <p:spPr>
              <a:xfrm>
                <a:off x="3254271" y="1882673"/>
                <a:ext cx="487680" cy="487681"/>
              </a:xfrm>
              <a:prstGeom prst="rtTriangl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36" name="Right Triangle 35">
                <a:extLst>
                  <a:ext uri="{FF2B5EF4-FFF2-40B4-BE49-F238E27FC236}">
                    <a16:creationId xmlns:a16="http://schemas.microsoft.com/office/drawing/2014/main" id="{613ABAED-5C04-C1FE-EE57-1CA73C9498CD}"/>
                  </a:ext>
                </a:extLst>
              </p:cNvPr>
              <p:cNvSpPr/>
              <p:nvPr/>
            </p:nvSpPr>
            <p:spPr>
              <a:xfrm rot="10800000">
                <a:off x="3261360" y="2377440"/>
                <a:ext cx="487680" cy="487680"/>
              </a:xfrm>
              <a:prstGeom prst="rt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BB47684-48AA-E1CA-C371-043A83A8D795}"/>
              </a:ext>
            </a:extLst>
          </p:cNvPr>
          <p:cNvGrpSpPr/>
          <p:nvPr/>
        </p:nvGrpSpPr>
        <p:grpSpPr>
          <a:xfrm flipH="1">
            <a:off x="9896710" y="4265823"/>
            <a:ext cx="555728" cy="492432"/>
            <a:chOff x="3406672" y="3355870"/>
            <a:chExt cx="619228" cy="54869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D0A832E-D738-E5AA-F268-5C5E7893EBC7}"/>
                </a:ext>
              </a:extLst>
            </p:cNvPr>
            <p:cNvGrpSpPr/>
            <p:nvPr/>
          </p:nvGrpSpPr>
          <p:grpSpPr>
            <a:xfrm>
              <a:off x="3406672" y="3355870"/>
              <a:ext cx="276328" cy="548699"/>
              <a:chOff x="3254271" y="1882669"/>
              <a:chExt cx="494769" cy="982451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8D155E5A-C0B7-A960-D0F5-6359E1412641}"/>
                  </a:ext>
                </a:extLst>
              </p:cNvPr>
              <p:cNvSpPr/>
              <p:nvPr/>
            </p:nvSpPr>
            <p:spPr>
              <a:xfrm>
                <a:off x="3254271" y="1882669"/>
                <a:ext cx="487680" cy="487681"/>
              </a:xfrm>
              <a:prstGeom prst="rtTriangl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08EA0B04-C8EC-1535-0163-0DC83ABE9B85}"/>
                  </a:ext>
                </a:extLst>
              </p:cNvPr>
              <p:cNvSpPr/>
              <p:nvPr/>
            </p:nvSpPr>
            <p:spPr>
              <a:xfrm rot="10800000">
                <a:off x="3261360" y="2377440"/>
                <a:ext cx="487680" cy="487680"/>
              </a:xfrm>
              <a:prstGeom prst="rt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1D10B78-DC03-7E74-0570-76D691CF01A5}"/>
                </a:ext>
              </a:extLst>
            </p:cNvPr>
            <p:cNvGrpSpPr/>
            <p:nvPr/>
          </p:nvGrpSpPr>
          <p:grpSpPr>
            <a:xfrm>
              <a:off x="3749572" y="3355871"/>
              <a:ext cx="276328" cy="548696"/>
              <a:chOff x="3254271" y="1882673"/>
              <a:chExt cx="494769" cy="982447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EB74E18-99FE-B641-8A2F-D155D23B2B1A}"/>
                  </a:ext>
                </a:extLst>
              </p:cNvPr>
              <p:cNvSpPr/>
              <p:nvPr/>
            </p:nvSpPr>
            <p:spPr>
              <a:xfrm>
                <a:off x="3254271" y="1882673"/>
                <a:ext cx="487680" cy="487681"/>
              </a:xfrm>
              <a:prstGeom prst="rtTriangl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1AA765D4-D364-20A5-FBC3-38A329E6CDBB}"/>
                  </a:ext>
                </a:extLst>
              </p:cNvPr>
              <p:cNvSpPr/>
              <p:nvPr/>
            </p:nvSpPr>
            <p:spPr>
              <a:xfrm rot="10800000">
                <a:off x="3261360" y="2377440"/>
                <a:ext cx="487680" cy="487680"/>
              </a:xfrm>
              <a:prstGeom prst="rt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" name="Picture 3" descr="A black triangle on a white background&#10;&#10;Description automatically generated">
            <a:extLst>
              <a:ext uri="{FF2B5EF4-FFF2-40B4-BE49-F238E27FC236}">
                <a16:creationId xmlns:a16="http://schemas.microsoft.com/office/drawing/2014/main" id="{4A2A4918-04FF-C9D7-06D3-F0D43E24A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90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2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6984123-8CDE-74F0-7510-9B79C05DAA4A}"/>
              </a:ext>
            </a:extLst>
          </p:cNvPr>
          <p:cNvSpPr/>
          <p:nvPr/>
        </p:nvSpPr>
        <p:spPr>
          <a:xfrm>
            <a:off x="1514006" y="2226038"/>
            <a:ext cx="8909685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B5C15-6288-5927-C845-A99595710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158" y="2345960"/>
            <a:ext cx="8909685" cy="2124000"/>
          </a:xfr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 big statement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592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6984123-8CDE-74F0-7510-9B79C05DAA4A}"/>
              </a:ext>
            </a:extLst>
          </p:cNvPr>
          <p:cNvSpPr/>
          <p:nvPr/>
        </p:nvSpPr>
        <p:spPr>
          <a:xfrm>
            <a:off x="1506511" y="2473375"/>
            <a:ext cx="8909685" cy="21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B5C15-6288-5927-C845-A99595710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1158" y="2345960"/>
            <a:ext cx="8909685" cy="2124000"/>
          </a:xfr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A big statement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909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4" name="Picture 3" descr="A pink and white square with a black background&#10;&#10;Description automatically generated">
            <a:extLst>
              <a:ext uri="{FF2B5EF4-FFF2-40B4-BE49-F238E27FC236}">
                <a16:creationId xmlns:a16="http://schemas.microsoft.com/office/drawing/2014/main" id="{03F95127-4F58-E8E9-B23D-99BA8CDB0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</a:blip>
          <a:srcRect t="27107" b="19423"/>
          <a:stretch/>
        </p:blipFill>
        <p:spPr>
          <a:xfrm>
            <a:off x="2936367" y="-1"/>
            <a:ext cx="81248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397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46888-FDFA-AC45-9C90-D4D6A967CED0}"/>
              </a:ext>
            </a:extLst>
          </p:cNvPr>
          <p:cNvSpPr/>
          <p:nvPr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F2E22-DC10-221F-A893-CBA90A8B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40" y="1067630"/>
            <a:ext cx="4391578" cy="2361369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4" name="Picture 3" descr="A pink and white square with a black background&#10;&#10;Description automatically generated">
            <a:extLst>
              <a:ext uri="{FF2B5EF4-FFF2-40B4-BE49-F238E27FC236}">
                <a16:creationId xmlns:a16="http://schemas.microsoft.com/office/drawing/2014/main" id="{03F95127-4F58-E8E9-B23D-99BA8CDB0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</a:blip>
          <a:srcRect t="27107" b="19423"/>
          <a:stretch/>
        </p:blipFill>
        <p:spPr>
          <a:xfrm>
            <a:off x="2936367" y="-1"/>
            <a:ext cx="81248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5044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5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643932"/>
            <a:ext cx="10764000" cy="4393095"/>
          </a:xfrm>
        </p:spPr>
        <p:txBody>
          <a:bodyPr lIns="90000"/>
          <a:lstStyle>
            <a:lvl1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24420" y="1043288"/>
            <a:ext cx="10764000" cy="468313"/>
          </a:xfrm>
        </p:spPr>
        <p:txBody>
          <a:bodyPr lIns="0" anchor="ctr">
            <a:noAutofit/>
          </a:bodyPr>
          <a:lstStyle>
            <a:lvl1pPr marL="0" indent="0" algn="l">
              <a:buNone/>
              <a:defRPr sz="2800" b="0" spc="-80" baseline="0">
                <a:solidFill>
                  <a:schemeClr val="tx1"/>
                </a:solidFill>
                <a:uFillTx/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>
                <a:uFillTx/>
              </a:rPr>
              <a:t>And the subtitle summarizes the key takeaway – the TLDR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3BF391-2712-A0E2-35EF-DE5FF94D8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76400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title.</a:t>
            </a:r>
            <a:endParaRPr lang="en-GB" altLang="en-GB">
              <a:uFillTx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DB1C0-8D7D-8B84-DBD3-C2840E8A28C4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325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4421" y="1643932"/>
            <a:ext cx="10764000" cy="4393095"/>
          </a:xfrm>
        </p:spPr>
        <p:txBody>
          <a:bodyPr/>
          <a:lstStyle>
            <a:lvl1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1pPr>
            <a:lvl2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2pPr>
            <a:lvl3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3pPr>
            <a:lvl4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4pPr>
            <a:lvl5pPr>
              <a:buClr>
                <a:schemeClr val="tx1"/>
              </a:buClr>
              <a:defRPr spc="-80" baseline="0">
                <a:uFillTx/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GB">
              <a:uFillTx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E633AD-9B66-4AEB-435E-2F962636B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420" y="161597"/>
            <a:ext cx="10764000" cy="697324"/>
          </a:xfrm>
          <a:prstGeom prst="rect">
            <a:avLst/>
          </a:prstGeom>
        </p:spPr>
        <p:txBody>
          <a:bodyPr lIns="0" numCol="1" anchor="b"/>
          <a:lstStyle>
            <a:lvl1pPr>
              <a:defRPr sz="4400" b="0"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>
                <a:uFillTx/>
              </a:rPr>
              <a:t>Big statement title.</a:t>
            </a:r>
            <a:endParaRPr lang="en-GB" altLang="en-GB">
              <a:uFillTx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894B5-A362-1FF1-E942-8BA548BC737A}"/>
              </a:ext>
            </a:extLst>
          </p:cNvPr>
          <p:cNvSpPr/>
          <p:nvPr/>
        </p:nvSpPr>
        <p:spPr>
          <a:xfrm>
            <a:off x="724420" y="890145"/>
            <a:ext cx="1146757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AB62A53-292C-8F07-EDC9-B9174DA32C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4420" y="1043288"/>
            <a:ext cx="10764000" cy="468313"/>
          </a:xfrm>
        </p:spPr>
        <p:txBody>
          <a:bodyPr lIns="0" anchor="ctr">
            <a:noAutofit/>
          </a:bodyPr>
          <a:lstStyle>
            <a:lvl1pPr marL="0" indent="0" algn="l">
              <a:buNone/>
              <a:defRPr sz="2800" b="0" spc="-80" baseline="0">
                <a:solidFill>
                  <a:schemeClr val="tx1"/>
                </a:solidFill>
                <a:uFillTx/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>
                <a:uFillTx/>
              </a:rPr>
              <a:t>And the subtitle summarizes the key takeaway – the TLDR</a:t>
            </a:r>
          </a:p>
        </p:txBody>
      </p:sp>
    </p:spTree>
    <p:extLst>
      <p:ext uri="{BB962C8B-B14F-4D97-AF65-F5344CB8AC3E}">
        <p14:creationId xmlns:p14="http://schemas.microsoft.com/office/powerpoint/2010/main" val="18601678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CC8F-E640-F4C5-A6F0-9931DAFC4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5F3C9-465B-6F9D-208D-EAEB42B64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0F3A-4116-CC9F-2614-F6294A81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71C5-70E5-B94B-AB6C-D8E1ED79168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3FB34-A5F4-AE93-8E72-52BAEB92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D2C52-9769-0A73-92B6-11218948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29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32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4420" y="161182"/>
            <a:ext cx="10764000" cy="6984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/>
          <a:p>
            <a:r>
              <a:rPr lang="en-GB">
                <a:uFillTx/>
              </a:rPr>
              <a:t>Click to edit Master title style</a:t>
            </a:r>
            <a:endParaRPr lang="en-GB" altLang="en-GB"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420" y="1558457"/>
            <a:ext cx="10781117" cy="441371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GB">
                <a:uFillTx/>
              </a:rPr>
              <a:t>Click to edit Master text styles</a:t>
            </a:r>
          </a:p>
          <a:p>
            <a:pPr lvl="1"/>
            <a:r>
              <a:rPr lang="en-GB">
                <a:uFillTx/>
              </a:rPr>
              <a:t>Second level</a:t>
            </a:r>
          </a:p>
          <a:p>
            <a:pPr lvl="2"/>
            <a:r>
              <a:rPr lang="en-GB">
                <a:uFillTx/>
              </a:rPr>
              <a:t>Third level</a:t>
            </a:r>
          </a:p>
          <a:p>
            <a:pPr lvl="3"/>
            <a:r>
              <a:rPr lang="en-GB">
                <a:uFillTx/>
              </a:rPr>
              <a:t>Fourth level</a:t>
            </a:r>
          </a:p>
          <a:p>
            <a:pPr lvl="4"/>
            <a:r>
              <a:rPr lang="en-GB">
                <a:uFillTx/>
              </a:rPr>
              <a:t>Fifth level</a:t>
            </a:r>
            <a:endParaRPr lang="en-GB" altLang="en-GB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8870" y="6294582"/>
            <a:ext cx="375048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venir Next LT Pro" panose="020B0504020202020204" pitchFamily="34" charset="0"/>
              </a:defRPr>
            </a:lvl1pPr>
          </a:lstStyle>
          <a:p>
            <a:fld id="{408173B5-FC7C-D54D-BC70-8B582B9FC10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3402-D08F-3770-1BEB-3ED97F2675B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130" y="611970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2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altLang="en-GB" sz="4400" b="0" kern="0" spc="-100" baseline="0" dirty="0">
          <a:solidFill>
            <a:schemeClr val="tx1"/>
          </a:solidFill>
          <a:uFillTx/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/>
        <a:buChar char="•"/>
        <a:defRPr sz="2800" kern="1200" spc="-80" baseline="0">
          <a:solidFill>
            <a:schemeClr val="tx1"/>
          </a:solidFill>
          <a:uFillTx/>
          <a:latin typeface="+mn-lt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/>
        <a:buChar char="•"/>
        <a:defRPr sz="2400" kern="1200" spc="-80" baseline="0">
          <a:solidFill>
            <a:schemeClr val="tx1"/>
          </a:solidFill>
          <a:uFillTx/>
          <a:latin typeface="+mn-lt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/>
        <a:buChar char="•"/>
        <a:defRPr sz="2000" kern="1200" spc="-80" baseline="0">
          <a:solidFill>
            <a:schemeClr val="tx1"/>
          </a:solidFill>
          <a:uFillTx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/>
        <a:buChar char="•"/>
        <a:defRPr sz="1800" kern="1200" spc="-80" baseline="0">
          <a:solidFill>
            <a:schemeClr val="tx1"/>
          </a:solidFill>
          <a:uFillTx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/>
        <a:buChar char="•"/>
        <a:defRPr sz="1800" kern="1200" spc="-80" baseline="0">
          <a:solidFill>
            <a:schemeClr val="tx1"/>
          </a:solidFill>
          <a:uFillTx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52A2-296E-4B4C-A581-F3FFEA7C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2B2E-99F3-2994-36EE-BCECB033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>
                <a:cs typeface="Calibri Light"/>
              </a:rPr>
              <a:t>Tech and Data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22BF6A-383F-8DA2-DA27-F9BA2EFC51BE}"/>
              </a:ext>
            </a:extLst>
          </p:cNvPr>
          <p:cNvGraphicFramePr>
            <a:graphicFrameLocks noGrp="1"/>
          </p:cNvGraphicFramePr>
          <p:nvPr/>
        </p:nvGraphicFramePr>
        <p:xfrm>
          <a:off x="724420" y="1515312"/>
          <a:ext cx="10764000" cy="1376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91000">
                  <a:extLst>
                    <a:ext uri="{9D8B030D-6E8A-4147-A177-3AD203B41FA5}">
                      <a16:colId xmlns:a16="http://schemas.microsoft.com/office/drawing/2014/main" val="2408121313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1748136564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958677838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50454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FOUNDATIONAL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1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CRM tools are basic, fragmented and underutilised. Limited or no data readily available for targeting. Data scattered across sources and unclean.</a:t>
                      </a:r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Basic tools are nearing full utilisation, with some partially integrated. Some data available for targeting but not centralised and difficult to access real-time.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Utilising some moderately advanced tools which are mostly integrated. Some usage of AI and near real-time data flows and models. Data mostly centralised.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Maximum use of an advanced, AI-powered CRM stack. All key integrations, near real-time data flows &amp; models in place. Data fully centralised and easily accessible.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0432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3F0B04-2D62-C85C-7F32-E15D4CD5AA6F}"/>
              </a:ext>
            </a:extLst>
          </p:cNvPr>
          <p:cNvSpPr txBox="1"/>
          <p:nvPr/>
        </p:nvSpPr>
        <p:spPr>
          <a:xfrm>
            <a:off x="724420" y="991040"/>
            <a:ext cx="2215931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 dirty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Your score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85618-9B99-D131-7B45-310831FBEB5C}"/>
              </a:ext>
            </a:extLst>
          </p:cNvPr>
          <p:cNvSpPr txBox="1"/>
          <p:nvPr/>
        </p:nvSpPr>
        <p:spPr>
          <a:xfrm>
            <a:off x="724420" y="3122820"/>
            <a:ext cx="3657575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>
              <a:defRPr spc="-75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Summary &amp; recommendations</a:t>
            </a:r>
            <a:endParaRPr kumimoji="0" lang="en-US" sz="1800" b="0" i="0" u="none" strike="noStrike" kern="1200" cap="none" spc="-75" normalizeH="0" baseline="0" noProof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10ADC-47D3-1FEA-05FF-C2CE900CB369}"/>
              </a:ext>
            </a:extLst>
          </p:cNvPr>
          <p:cNvSpPr txBox="1">
            <a:spLocks/>
          </p:cNvSpPr>
          <p:nvPr/>
        </p:nvSpPr>
        <p:spPr>
          <a:xfrm>
            <a:off x="724420" y="3735179"/>
            <a:ext cx="10764000" cy="6123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sz="1600" b="0" i="0" kern="1200" spc="-50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 spc="-2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5pPr>
            <a:lvl6pPr marL="171450" indent="-17145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 b="0" i="0" kern="1200" spc="-7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7pPr>
            <a:lvl8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Lorem ipsum summary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188B28-36DF-97E1-EAE2-D533C26387B6}"/>
              </a:ext>
            </a:extLst>
          </p:cNvPr>
          <p:cNvSpPr/>
          <p:nvPr/>
        </p:nvSpPr>
        <p:spPr>
          <a:xfrm>
            <a:off x="736049" y="586696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6DD778-29DC-B640-0880-7DD56832A3CD}"/>
              </a:ext>
            </a:extLst>
          </p:cNvPr>
          <p:cNvSpPr/>
          <p:nvPr/>
        </p:nvSpPr>
        <p:spPr>
          <a:xfrm>
            <a:off x="724420" y="541741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053222-B157-9B63-326B-0B853D7B3191}"/>
              </a:ext>
            </a:extLst>
          </p:cNvPr>
          <p:cNvSpPr/>
          <p:nvPr/>
        </p:nvSpPr>
        <p:spPr>
          <a:xfrm>
            <a:off x="724420" y="432182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1E7F26-D4C2-3ACE-46C6-74B358F4B3DE}"/>
              </a:ext>
            </a:extLst>
          </p:cNvPr>
          <p:cNvSpPr/>
          <p:nvPr/>
        </p:nvSpPr>
        <p:spPr>
          <a:xfrm>
            <a:off x="736049" y="494412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EB6553-8CC7-AF91-28A0-E60D4EBB3279}"/>
              </a:ext>
            </a:extLst>
          </p:cNvPr>
          <p:cNvSpPr txBox="1"/>
          <p:nvPr/>
        </p:nvSpPr>
        <p:spPr>
          <a:xfrm>
            <a:off x="1078206" y="4203413"/>
            <a:ext cx="1041021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3</a:t>
            </a:r>
          </a:p>
          <a:p>
            <a:pPr>
              <a:spcAft>
                <a:spcPts val="1200"/>
              </a:spcAft>
            </a:pPr>
            <a:r>
              <a:rPr lang="en-GB" sz="1400" spc="-20" dirty="0">
                <a:solidFill>
                  <a:srgbClr val="000000"/>
                </a:solidFill>
              </a:rPr>
              <a:t>Recommendation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83A8F4-736C-3295-49B0-AF0DFE45E9FD}"/>
              </a:ext>
            </a:extLst>
          </p:cNvPr>
          <p:cNvCxnSpPr>
            <a:cxnSpLocks/>
          </p:cNvCxnSpPr>
          <p:nvPr/>
        </p:nvCxnSpPr>
        <p:spPr>
          <a:xfrm flipH="1">
            <a:off x="1326000" y="3028424"/>
            <a:ext cx="954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E056A3D-F028-0A1F-9025-8C99D7EE849F}"/>
              </a:ext>
            </a:extLst>
          </p:cNvPr>
          <p:cNvSpPr/>
          <p:nvPr/>
        </p:nvSpPr>
        <p:spPr>
          <a:xfrm>
            <a:off x="4478266" y="2899074"/>
            <a:ext cx="321819" cy="32181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581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0B3D-0303-5842-0BD8-09616352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9FA4-23AE-7AF5-3120-5E2671BD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GB" b="1" dirty="0"/>
              <a:t>Campaigning &amp; Assets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5E5EEB-5D72-A9AD-E858-144B24FE8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47755"/>
              </p:ext>
            </p:extLst>
          </p:nvPr>
        </p:nvGraphicFramePr>
        <p:xfrm>
          <a:off x="724420" y="1515312"/>
          <a:ext cx="10764000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91000">
                  <a:extLst>
                    <a:ext uri="{9D8B030D-6E8A-4147-A177-3AD203B41FA5}">
                      <a16:colId xmlns:a16="http://schemas.microsoft.com/office/drawing/2014/main" val="2408121313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1748136564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958677838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50454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FOUNDATIONAL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1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Blah blah</a:t>
                      </a:r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Blah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Blah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bahhhhh</a:t>
                      </a: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0432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CB9E5C-5629-EB31-4BF5-3029860ED547}"/>
              </a:ext>
            </a:extLst>
          </p:cNvPr>
          <p:cNvSpPr txBox="1"/>
          <p:nvPr/>
        </p:nvSpPr>
        <p:spPr>
          <a:xfrm>
            <a:off x="724420" y="991040"/>
            <a:ext cx="2215931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 dirty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Your score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88066-2175-681A-FE62-B6BA1A3A6C82}"/>
              </a:ext>
            </a:extLst>
          </p:cNvPr>
          <p:cNvSpPr txBox="1"/>
          <p:nvPr/>
        </p:nvSpPr>
        <p:spPr>
          <a:xfrm>
            <a:off x="724420" y="3122820"/>
            <a:ext cx="3657575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>
              <a:defRPr spc="-75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Summary &amp; recommendations</a:t>
            </a:r>
            <a:endParaRPr kumimoji="0" lang="en-US" sz="1800" b="0" i="0" u="none" strike="noStrike" kern="1200" cap="none" spc="-75" normalizeH="0" baseline="0" noProof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53A9E-0019-B363-06ED-40E168D93B55}"/>
              </a:ext>
            </a:extLst>
          </p:cNvPr>
          <p:cNvSpPr txBox="1">
            <a:spLocks/>
          </p:cNvSpPr>
          <p:nvPr/>
        </p:nvSpPr>
        <p:spPr>
          <a:xfrm>
            <a:off x="724420" y="3735179"/>
            <a:ext cx="10764000" cy="6123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sz="1600" b="0" i="0" kern="1200" spc="-50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 spc="-2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5pPr>
            <a:lvl6pPr marL="171450" indent="-17145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 b="0" i="0" kern="1200" spc="-7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7pPr>
            <a:lvl8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Lorem ipsum summary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07888E-4D6D-2CF9-6BD6-86795029ABA6}"/>
              </a:ext>
            </a:extLst>
          </p:cNvPr>
          <p:cNvSpPr/>
          <p:nvPr/>
        </p:nvSpPr>
        <p:spPr>
          <a:xfrm>
            <a:off x="736049" y="586696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556DE1-B3E8-5C8A-EF97-CF7799123B1E}"/>
              </a:ext>
            </a:extLst>
          </p:cNvPr>
          <p:cNvSpPr/>
          <p:nvPr/>
        </p:nvSpPr>
        <p:spPr>
          <a:xfrm>
            <a:off x="724420" y="541741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5E07BE-8560-9F29-A968-582F60603FB1}"/>
              </a:ext>
            </a:extLst>
          </p:cNvPr>
          <p:cNvSpPr/>
          <p:nvPr/>
        </p:nvSpPr>
        <p:spPr>
          <a:xfrm>
            <a:off x="724420" y="432182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B91475-EC20-63F8-FC3C-C6DC4A308365}"/>
              </a:ext>
            </a:extLst>
          </p:cNvPr>
          <p:cNvSpPr/>
          <p:nvPr/>
        </p:nvSpPr>
        <p:spPr>
          <a:xfrm>
            <a:off x="736049" y="494412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7F276F-9582-B132-A43F-4792763C1F0C}"/>
              </a:ext>
            </a:extLst>
          </p:cNvPr>
          <p:cNvSpPr txBox="1"/>
          <p:nvPr/>
        </p:nvSpPr>
        <p:spPr>
          <a:xfrm>
            <a:off x="1078206" y="4203413"/>
            <a:ext cx="1041021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3</a:t>
            </a:r>
          </a:p>
          <a:p>
            <a:pPr>
              <a:spcAft>
                <a:spcPts val="1200"/>
              </a:spcAft>
            </a:pPr>
            <a:r>
              <a:rPr lang="en-GB" sz="1400" spc="-20" dirty="0">
                <a:solidFill>
                  <a:srgbClr val="000000"/>
                </a:solidFill>
              </a:rPr>
              <a:t>Recommendation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706E5B-2C00-5282-422E-B95575EDDC0D}"/>
              </a:ext>
            </a:extLst>
          </p:cNvPr>
          <p:cNvCxnSpPr>
            <a:cxnSpLocks/>
          </p:cNvCxnSpPr>
          <p:nvPr/>
        </p:nvCxnSpPr>
        <p:spPr>
          <a:xfrm flipH="1">
            <a:off x="1326000" y="3028424"/>
            <a:ext cx="954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AD66EE0-80B0-E07C-FFEF-634EE360D16A}"/>
              </a:ext>
            </a:extLst>
          </p:cNvPr>
          <p:cNvSpPr/>
          <p:nvPr/>
        </p:nvSpPr>
        <p:spPr>
          <a:xfrm>
            <a:off x="4478266" y="2899074"/>
            <a:ext cx="321819" cy="32181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639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69C3-9561-ABC5-DD85-AA958D0D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3EE7-DD3F-C349-5862-AA3F45E3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GB" b="1" dirty="0"/>
              <a:t>Segmentation &amp; Personalisation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E018AF-F5B0-3F28-3537-5B83AA74C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16738"/>
              </p:ext>
            </p:extLst>
          </p:nvPr>
        </p:nvGraphicFramePr>
        <p:xfrm>
          <a:off x="724420" y="1515312"/>
          <a:ext cx="10764000" cy="8280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91000">
                  <a:extLst>
                    <a:ext uri="{9D8B030D-6E8A-4147-A177-3AD203B41FA5}">
                      <a16:colId xmlns:a16="http://schemas.microsoft.com/office/drawing/2014/main" val="2408121313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1748136564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958677838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50454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FOUNDATIONAL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1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Woop</a:t>
                      </a:r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Hey!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Hello world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Blah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0432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471F9C-5173-D067-BF55-B2528A69E1D5}"/>
              </a:ext>
            </a:extLst>
          </p:cNvPr>
          <p:cNvSpPr txBox="1"/>
          <p:nvPr/>
        </p:nvSpPr>
        <p:spPr>
          <a:xfrm>
            <a:off x="724420" y="991040"/>
            <a:ext cx="2215931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 dirty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Your score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01ED5-FD5D-9C9C-0AAC-56019BF567D6}"/>
              </a:ext>
            </a:extLst>
          </p:cNvPr>
          <p:cNvSpPr txBox="1"/>
          <p:nvPr/>
        </p:nvSpPr>
        <p:spPr>
          <a:xfrm>
            <a:off x="724420" y="3122820"/>
            <a:ext cx="3657575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>
              <a:defRPr spc="-75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Summary &amp; recommendations</a:t>
            </a:r>
            <a:endParaRPr kumimoji="0" lang="en-US" sz="1800" b="0" i="0" u="none" strike="noStrike" kern="1200" cap="none" spc="-75" normalizeH="0" baseline="0" noProof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26592F-D782-6A85-C49C-B325BB113BBA}"/>
              </a:ext>
            </a:extLst>
          </p:cNvPr>
          <p:cNvSpPr txBox="1">
            <a:spLocks/>
          </p:cNvSpPr>
          <p:nvPr/>
        </p:nvSpPr>
        <p:spPr>
          <a:xfrm>
            <a:off x="724420" y="3735179"/>
            <a:ext cx="10764000" cy="6123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sz="1600" b="0" i="0" kern="1200" spc="-50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 spc="-2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5pPr>
            <a:lvl6pPr marL="171450" indent="-17145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 b="0" i="0" kern="1200" spc="-7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7pPr>
            <a:lvl8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Lorem ipsum summary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2D10C1-A27C-61FF-06CF-355912EC3CC1}"/>
              </a:ext>
            </a:extLst>
          </p:cNvPr>
          <p:cNvSpPr/>
          <p:nvPr/>
        </p:nvSpPr>
        <p:spPr>
          <a:xfrm>
            <a:off x="736049" y="586696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E09C6B-8941-AA94-B0BB-FB0464E23237}"/>
              </a:ext>
            </a:extLst>
          </p:cNvPr>
          <p:cNvSpPr/>
          <p:nvPr/>
        </p:nvSpPr>
        <p:spPr>
          <a:xfrm>
            <a:off x="724420" y="541741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2EFA90-B843-5F7E-B6BE-9AED60234D99}"/>
              </a:ext>
            </a:extLst>
          </p:cNvPr>
          <p:cNvSpPr/>
          <p:nvPr/>
        </p:nvSpPr>
        <p:spPr>
          <a:xfrm>
            <a:off x="724420" y="432182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2FD2D6-807E-027C-BBCD-DE6FE8538431}"/>
              </a:ext>
            </a:extLst>
          </p:cNvPr>
          <p:cNvSpPr/>
          <p:nvPr/>
        </p:nvSpPr>
        <p:spPr>
          <a:xfrm>
            <a:off x="736049" y="494412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D5BACA-3066-B84A-D9DF-D784A1A3D34A}"/>
              </a:ext>
            </a:extLst>
          </p:cNvPr>
          <p:cNvSpPr txBox="1"/>
          <p:nvPr/>
        </p:nvSpPr>
        <p:spPr>
          <a:xfrm>
            <a:off x="1078206" y="4203413"/>
            <a:ext cx="1041021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3</a:t>
            </a:r>
          </a:p>
          <a:p>
            <a:pPr>
              <a:spcAft>
                <a:spcPts val="1200"/>
              </a:spcAft>
            </a:pPr>
            <a:r>
              <a:rPr lang="en-GB" sz="1400" spc="-20" dirty="0">
                <a:solidFill>
                  <a:srgbClr val="000000"/>
                </a:solidFill>
              </a:rPr>
              <a:t>Recommendation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EFC7AD-9070-17C2-2380-9303B9371E6A}"/>
              </a:ext>
            </a:extLst>
          </p:cNvPr>
          <p:cNvCxnSpPr>
            <a:cxnSpLocks/>
          </p:cNvCxnSpPr>
          <p:nvPr/>
        </p:nvCxnSpPr>
        <p:spPr>
          <a:xfrm flipH="1">
            <a:off x="1326000" y="3028424"/>
            <a:ext cx="954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EBE89CE-D6F9-8FFE-AE2D-62BAF59C77E6}"/>
              </a:ext>
            </a:extLst>
          </p:cNvPr>
          <p:cNvSpPr/>
          <p:nvPr/>
        </p:nvSpPr>
        <p:spPr>
          <a:xfrm>
            <a:off x="4478266" y="2899074"/>
            <a:ext cx="321819" cy="32181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87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E8996-0C55-C75C-0C7C-6FFCC994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6AE4-215E-2AC9-DA3D-A350B599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GB" b="1" dirty="0"/>
              <a:t>Reporting &amp; Insights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2018F0-ABA3-A316-F1CD-5A0AB6F03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19504"/>
              </p:ext>
            </p:extLst>
          </p:nvPr>
        </p:nvGraphicFramePr>
        <p:xfrm>
          <a:off x="724420" y="1515312"/>
          <a:ext cx="10764000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91000">
                  <a:extLst>
                    <a:ext uri="{9D8B030D-6E8A-4147-A177-3AD203B41FA5}">
                      <a16:colId xmlns:a16="http://schemas.microsoft.com/office/drawing/2014/main" val="2408121313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1748136564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958677838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50454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FOUNDATIONAL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1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Fakjbf</a:t>
                      </a:r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Fajbfla</a:t>
                      </a:r>
                      <a:r>
                        <a:rPr lang="en-GB" sz="1200" dirty="0"/>
                        <a:t> f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Falmnfalmnfa</a:t>
                      </a: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flnglngaaglng</a:t>
                      </a: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0432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D84691-B3C3-0884-E3E6-9BFD7AA8D0AD}"/>
              </a:ext>
            </a:extLst>
          </p:cNvPr>
          <p:cNvSpPr txBox="1"/>
          <p:nvPr/>
        </p:nvSpPr>
        <p:spPr>
          <a:xfrm>
            <a:off x="724420" y="991040"/>
            <a:ext cx="2215931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 dirty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Your score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F9723-DE55-169C-83AA-5A0E927CFEFD}"/>
              </a:ext>
            </a:extLst>
          </p:cNvPr>
          <p:cNvSpPr txBox="1"/>
          <p:nvPr/>
        </p:nvSpPr>
        <p:spPr>
          <a:xfrm>
            <a:off x="724420" y="3122820"/>
            <a:ext cx="3657575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>
              <a:defRPr spc="-75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Summary &amp; recommendations</a:t>
            </a:r>
            <a:endParaRPr kumimoji="0" lang="en-US" sz="1800" b="0" i="0" u="none" strike="noStrike" kern="1200" cap="none" spc="-75" normalizeH="0" baseline="0" noProof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D8ACDF-F270-710F-05AA-6B28677E6C61}"/>
              </a:ext>
            </a:extLst>
          </p:cNvPr>
          <p:cNvSpPr txBox="1">
            <a:spLocks/>
          </p:cNvSpPr>
          <p:nvPr/>
        </p:nvSpPr>
        <p:spPr>
          <a:xfrm>
            <a:off x="724420" y="3735179"/>
            <a:ext cx="10764000" cy="6123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sz="1600" b="0" i="0" kern="1200" spc="-50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 spc="-2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5pPr>
            <a:lvl6pPr marL="171450" indent="-17145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 b="0" i="0" kern="1200" spc="-7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7pPr>
            <a:lvl8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Lorem ipsum summary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D31720-1E94-C2A7-35D9-8EC541BA3EB0}"/>
              </a:ext>
            </a:extLst>
          </p:cNvPr>
          <p:cNvSpPr/>
          <p:nvPr/>
        </p:nvSpPr>
        <p:spPr>
          <a:xfrm>
            <a:off x="736049" y="586696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A63662-2BBF-50F7-4751-E40B7EDC5F00}"/>
              </a:ext>
            </a:extLst>
          </p:cNvPr>
          <p:cNvSpPr/>
          <p:nvPr/>
        </p:nvSpPr>
        <p:spPr>
          <a:xfrm>
            <a:off x="724420" y="541741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3C7478-3DF9-0961-615D-BEF04018BB1E}"/>
              </a:ext>
            </a:extLst>
          </p:cNvPr>
          <p:cNvSpPr/>
          <p:nvPr/>
        </p:nvSpPr>
        <p:spPr>
          <a:xfrm>
            <a:off x="724420" y="432182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4BE8EC-C568-4DCC-52E4-AF476C85E626}"/>
              </a:ext>
            </a:extLst>
          </p:cNvPr>
          <p:cNvSpPr/>
          <p:nvPr/>
        </p:nvSpPr>
        <p:spPr>
          <a:xfrm>
            <a:off x="736049" y="494412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52719C-7B5D-3F69-22A2-F6B045B9F732}"/>
              </a:ext>
            </a:extLst>
          </p:cNvPr>
          <p:cNvSpPr txBox="1"/>
          <p:nvPr/>
        </p:nvSpPr>
        <p:spPr>
          <a:xfrm>
            <a:off x="1078206" y="4203413"/>
            <a:ext cx="1041021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3</a:t>
            </a:r>
          </a:p>
          <a:p>
            <a:pPr>
              <a:spcAft>
                <a:spcPts val="1200"/>
              </a:spcAft>
            </a:pPr>
            <a:r>
              <a:rPr lang="en-GB" sz="1400" spc="-20" dirty="0">
                <a:solidFill>
                  <a:srgbClr val="000000"/>
                </a:solidFill>
              </a:rPr>
              <a:t>Recommendation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9A0621-DA7D-D0EA-F461-03F724360342}"/>
              </a:ext>
            </a:extLst>
          </p:cNvPr>
          <p:cNvCxnSpPr>
            <a:cxnSpLocks/>
          </p:cNvCxnSpPr>
          <p:nvPr/>
        </p:nvCxnSpPr>
        <p:spPr>
          <a:xfrm flipH="1">
            <a:off x="1326000" y="3028424"/>
            <a:ext cx="954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0F45E6C-E647-3D48-3940-F37630C15B93}"/>
              </a:ext>
            </a:extLst>
          </p:cNvPr>
          <p:cNvSpPr/>
          <p:nvPr/>
        </p:nvSpPr>
        <p:spPr>
          <a:xfrm>
            <a:off x="4478266" y="2899074"/>
            <a:ext cx="321819" cy="32181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E3939-4528-0A75-6E04-E9701804FB4A}"/>
              </a:ext>
            </a:extLst>
          </p:cNvPr>
          <p:cNvSpPr txBox="1"/>
          <p:nvPr/>
        </p:nvSpPr>
        <p:spPr>
          <a:xfrm>
            <a:off x="-2043953" y="6239435"/>
            <a:ext cx="0" cy="0"/>
          </a:xfrm>
          <a:prstGeom prst="rect">
            <a:avLst/>
          </a:prstGeom>
        </p:spPr>
        <p:txBody>
          <a:bodyPr wrap="none" lIns="36000" tIns="36000" rIns="36000" bIns="36000" rtlCol="0" anchor="ctr" anchorCtr="0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034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2FBE-2D8B-6AA8-FDF5-733EA633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3D11-E882-350D-FC39-0493DA3B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GB" b="1" dirty="0"/>
              <a:t>People &amp; Operations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3E6135-E7E4-29C5-DAA1-61B8DA482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081"/>
              </p:ext>
            </p:extLst>
          </p:nvPr>
        </p:nvGraphicFramePr>
        <p:xfrm>
          <a:off x="724420" y="1515312"/>
          <a:ext cx="10764000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91000">
                  <a:extLst>
                    <a:ext uri="{9D8B030D-6E8A-4147-A177-3AD203B41FA5}">
                      <a16:colId xmlns:a16="http://schemas.microsoft.com/office/drawing/2014/main" val="2408121313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1748136564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958677838"/>
                    </a:ext>
                  </a:extLst>
                </a:gridCol>
                <a:gridCol w="2691000">
                  <a:extLst>
                    <a:ext uri="{9D8B030D-6E8A-4147-A177-3AD203B41FA5}">
                      <a16:colId xmlns:a16="http://schemas.microsoft.com/office/drawing/2014/main" val="50454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FOUNDATIONAL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LEADING</a:t>
                      </a:r>
                    </a:p>
                  </a:txBody>
                  <a:tcPr>
                    <a:lnB w="254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1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Flaknfna</a:t>
                      </a:r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Gflknglngkn</a:t>
                      </a: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Utilising </a:t>
                      </a:r>
                      <a:r>
                        <a:rPr lang="en-GB" sz="1200" dirty="0" err="1"/>
                        <a:t>somethin</a:t>
                      </a:r>
                      <a:r>
                        <a:rPr lang="en-GB" sz="1200" dirty="0"/>
                        <a:t>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/>
                        <a:t>K;nqk;n</a:t>
                      </a:r>
                      <a:endParaRPr lang="en-GB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0432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B9D6CD-3D0D-1C43-E51E-8BD6628F1BC0}"/>
              </a:ext>
            </a:extLst>
          </p:cNvPr>
          <p:cNvSpPr txBox="1"/>
          <p:nvPr/>
        </p:nvSpPr>
        <p:spPr>
          <a:xfrm>
            <a:off x="724420" y="991040"/>
            <a:ext cx="2215931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 dirty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Your score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8B4B6-EC47-C6D5-DF3A-0D4C7CFD738C}"/>
              </a:ext>
            </a:extLst>
          </p:cNvPr>
          <p:cNvSpPr txBox="1"/>
          <p:nvPr/>
        </p:nvSpPr>
        <p:spPr>
          <a:xfrm>
            <a:off x="724420" y="3122820"/>
            <a:ext cx="3657575" cy="612359"/>
          </a:xfrm>
          <a:prstGeom prst="rect">
            <a:avLst/>
          </a:prstGeom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>
              <a:defRPr spc="-75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-75" normalizeH="0" baseline="0" noProof="0">
                <a:ln>
                  <a:noFill/>
                </a:ln>
                <a:solidFill>
                  <a:srgbClr val="09ADCC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rPr>
              <a:t>Summary &amp; recommendations</a:t>
            </a:r>
            <a:endParaRPr kumimoji="0" lang="en-US" sz="1800" b="0" i="0" u="none" strike="noStrike" kern="1200" cap="none" spc="-75" normalizeH="0" baseline="0" noProof="0">
              <a:ln>
                <a:noFill/>
              </a:ln>
              <a:solidFill>
                <a:srgbClr val="09ADCC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937AFB-3FC1-CC87-BF4B-790AD9A5DFE9}"/>
              </a:ext>
            </a:extLst>
          </p:cNvPr>
          <p:cNvSpPr txBox="1">
            <a:spLocks/>
          </p:cNvSpPr>
          <p:nvPr/>
        </p:nvSpPr>
        <p:spPr>
          <a:xfrm>
            <a:off x="724420" y="3735179"/>
            <a:ext cx="10764000" cy="6123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914355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 spc="-20" baseline="0">
                <a:solidFill>
                  <a:srgbClr val="46434C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sz="1600" b="0" i="0" kern="1200" spc="-50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3pPr>
            <a:lvl4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 spc="-2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5pPr>
            <a:lvl6pPr marL="171450" indent="-171450" algn="l" defTabSz="914355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25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 b="0" i="0" kern="1200" spc="-75" baseline="0">
                <a:solidFill>
                  <a:schemeClr val="tx1"/>
                </a:solidFill>
                <a:latin typeface="Instrument Sans Medium" pitchFamily="2" charset="0"/>
                <a:ea typeface="+mn-ea"/>
                <a:cs typeface="+mn-cs"/>
              </a:defRPr>
            </a:lvl7pPr>
            <a:lvl8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5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Lorem ipsum summary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CBE8A3-74DE-FF11-DE34-D7D88E8820B2}"/>
              </a:ext>
            </a:extLst>
          </p:cNvPr>
          <p:cNvSpPr/>
          <p:nvPr/>
        </p:nvSpPr>
        <p:spPr>
          <a:xfrm>
            <a:off x="736049" y="586696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379A5E-C786-02A1-1A59-415E2CCB4E22}"/>
              </a:ext>
            </a:extLst>
          </p:cNvPr>
          <p:cNvSpPr/>
          <p:nvPr/>
        </p:nvSpPr>
        <p:spPr>
          <a:xfrm>
            <a:off x="724420" y="541741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5819A8-4579-E6E3-4E9B-91BDFF07545D}"/>
              </a:ext>
            </a:extLst>
          </p:cNvPr>
          <p:cNvSpPr/>
          <p:nvPr/>
        </p:nvSpPr>
        <p:spPr>
          <a:xfrm>
            <a:off x="724420" y="432182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4283DB-8F16-AB34-C96F-A2CE0F770A18}"/>
              </a:ext>
            </a:extLst>
          </p:cNvPr>
          <p:cNvSpPr/>
          <p:nvPr/>
        </p:nvSpPr>
        <p:spPr>
          <a:xfrm>
            <a:off x="736049" y="494412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33677-3CA1-ABD6-4EF3-09E54C52B2BA}"/>
              </a:ext>
            </a:extLst>
          </p:cNvPr>
          <p:cNvSpPr txBox="1"/>
          <p:nvPr/>
        </p:nvSpPr>
        <p:spPr>
          <a:xfrm>
            <a:off x="1078206" y="4203413"/>
            <a:ext cx="1041021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Recommendation 3</a:t>
            </a:r>
          </a:p>
          <a:p>
            <a:pPr>
              <a:spcAft>
                <a:spcPts val="1200"/>
              </a:spcAft>
            </a:pPr>
            <a:r>
              <a:rPr lang="en-GB" sz="1400" spc="-20" dirty="0">
                <a:solidFill>
                  <a:srgbClr val="000000"/>
                </a:solidFill>
              </a:rPr>
              <a:t>Recommendation 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8355C6-C7CD-ACFE-7F21-1CF9D8CD99D8}"/>
              </a:ext>
            </a:extLst>
          </p:cNvPr>
          <p:cNvCxnSpPr>
            <a:cxnSpLocks/>
          </p:cNvCxnSpPr>
          <p:nvPr/>
        </p:nvCxnSpPr>
        <p:spPr>
          <a:xfrm flipH="1">
            <a:off x="1326000" y="3028424"/>
            <a:ext cx="954000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A82A6A8-4CD3-FCE3-C967-C5DBC04BDFE6}"/>
              </a:ext>
            </a:extLst>
          </p:cNvPr>
          <p:cNvSpPr/>
          <p:nvPr/>
        </p:nvSpPr>
        <p:spPr>
          <a:xfrm>
            <a:off x="4478266" y="2899074"/>
            <a:ext cx="321819" cy="321819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777900"/>
      </p:ext>
    </p:extLst>
  </p:cSld>
  <p:clrMapOvr>
    <a:masterClrMapping/>
  </p:clrMapOvr>
</p:sld>
</file>

<file path=ppt/theme/theme1.xml><?xml version="1.0" encoding="utf-8"?>
<a:theme xmlns:a="http://schemas.openxmlformats.org/drawingml/2006/main" name="In Digital">
  <a:themeElements>
    <a:clrScheme name="In Digital - 2023 update">
      <a:dk1>
        <a:srgbClr val="000000"/>
      </a:dk1>
      <a:lt1>
        <a:srgbClr val="FFFFFF"/>
      </a:lt1>
      <a:dk2>
        <a:srgbClr val="180F59"/>
      </a:dk2>
      <a:lt2>
        <a:srgbClr val="FFF9F2"/>
      </a:lt2>
      <a:accent1>
        <a:srgbClr val="000000"/>
      </a:accent1>
      <a:accent2>
        <a:srgbClr val="09ADCC"/>
      </a:accent2>
      <a:accent3>
        <a:srgbClr val="E1AB02"/>
      </a:accent3>
      <a:accent4>
        <a:srgbClr val="505CB9"/>
      </a:accent4>
      <a:accent5>
        <a:srgbClr val="50DBF7"/>
      </a:accent5>
      <a:accent6>
        <a:srgbClr val="FDD556"/>
      </a:accent6>
      <a:hlink>
        <a:srgbClr val="505CB9"/>
      </a:hlink>
      <a:folHlink>
        <a:srgbClr val="E4CD5A"/>
      </a:folHlink>
    </a:clrScheme>
    <a:fontScheme name="In Digital - 2023 Updat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36000" tIns="36000" rIns="36000" bIns="36000" rtlCol="0" anchor="ctr" anchorCtr="0">
        <a:noAutofit/>
      </a:bodyPr>
      <a:lstStyle>
        <a:defPPr algn="ctr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 Digital" id="{8240623F-9AD7-453B-90A9-30C05039869E}" vid="{4ADEB937-54CD-4DDD-AAE3-C70263B5E1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268</Words>
  <Application>Microsoft Macintosh PowerPoint</Application>
  <PresentationFormat>Widescreen</PresentationFormat>
  <Paragraphs>105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Light</vt:lpstr>
      <vt:lpstr>Avenir Next LT Pro</vt:lpstr>
      <vt:lpstr>Avenir Next LT Pro Demi</vt:lpstr>
      <vt:lpstr>Calibri Light</vt:lpstr>
      <vt:lpstr>In Digital</vt:lpstr>
      <vt:lpstr>Tech and Data</vt:lpstr>
      <vt:lpstr>Campaigning &amp; Assets</vt:lpstr>
      <vt:lpstr>Segmentation &amp; Personalisation</vt:lpstr>
      <vt:lpstr>Reporting &amp; Insights</vt:lpstr>
      <vt:lpstr>People &amp;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Shaz Ahmed</dc:creator>
  <cp:lastModifiedBy>Shaz Ahmed</cp:lastModifiedBy>
  <cp:revision>1</cp:revision>
  <dcterms:created xsi:type="dcterms:W3CDTF">2025-11-07T10:10:06Z</dcterms:created>
  <dcterms:modified xsi:type="dcterms:W3CDTF">2025-11-07T10:15:10Z</dcterms:modified>
</cp:coreProperties>
</file>